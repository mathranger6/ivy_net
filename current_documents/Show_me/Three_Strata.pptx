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72" r:id="rId2"/>
    <p:sldId id="573" r:id="rId3"/>
    <p:sldId id="574" r:id="rId4"/>
    <p:sldId id="5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5152-E55D-AA9E-9025-9FCE2900D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B68A1-8F5B-8625-784E-9B32E22D0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95900-8092-F287-7F81-13E1AC61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EBA77-468B-FC70-03FD-F82E18C9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E2E55-6729-EFA9-BCE8-B556DF3D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9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E975-3367-63E1-8476-9E4628B8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77778-4A82-B942-1FC0-1D31385A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3E4C6-D8D0-1228-DA23-16DE202DC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CA805-7D53-F0EF-4917-81D27089A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31562-4430-308C-5B43-D89282F6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CCDD-0A44-24FD-C9E8-7546AAD27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64501-C7D7-8AAB-B14E-C3FA36BD6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D494B-D382-BB6C-C78F-D33553A9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35524-D1E6-E56B-4F87-D39E0CCB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76BD0-655E-07E2-98FF-D005FCEE6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3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DC48-2AB1-6823-C6DC-EED95280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06999-B5BC-B8A1-A44A-844C106AB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FA4F4-F01A-93AE-F226-40BB8B443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77E9D-43E9-B7CB-20F7-C7BADCA79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6F2FE-6AFD-6ACA-1E01-32326B2DE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3FDC1-B0D9-3EE3-936A-42081DB0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7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6A9A-4BE9-8176-6250-44398ABD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BE7AE-1378-A50D-1EE4-2B22B58EF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BD1D6-9EB6-4135-81AE-9D08029D2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81AD62-7C96-8229-6B23-D450C76E7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07615-1155-11E5-6C6B-246B3D6AB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95C806-9D53-0F63-6AD9-CBFD59188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F29E99-DCEA-7D03-4B7D-95035AFE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C631B-7F0E-24C8-C15A-DE191A6E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5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9570-2AF2-661C-5A14-6CFD91006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0FCC0-2E2F-63CE-9CA0-0A305C8A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37241-C92B-9F7E-DFEC-A0E9BD1C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19EF6-FC65-0D40-9F36-1585222F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4B3C81-2E91-2190-8513-749D3E90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5CC613-6614-972B-09C9-F5B60780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512A3-D2D6-5CBF-9619-A545D678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4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2B97-6253-BD5B-E1EC-987A1C182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F8BF3-1CDA-8F0F-C6B8-98886FEE9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4FB38-5DF9-B5C4-5D68-3EC25135F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6BADF-28DB-0060-5255-D787F848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EA20C-4332-E814-F327-CE8BC4EB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E12DD-0BD8-1166-8C1F-CD6936CC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1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900C-613A-1231-A2D5-A1B16EDA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B3DF4-07BF-8739-3FCF-6782F5DFE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7DE28-8A67-C706-1D74-E3276DDCC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65434-9187-DB23-BEFF-400B3A754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77656-33A3-EB62-1E60-19B509AC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00348-0EB4-5369-2350-34AB06E84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7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B058D-5CEE-ADA9-0FC2-D034439A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C2979-1243-77EC-B7E3-6E220A35C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144B9-A8F6-BD5A-02BA-6E0A897E7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F10B2-1BB2-86DC-9715-B826F5BE8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8D2C8-C69E-7B20-FF0B-F952FB2C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3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17298-E0A3-6F9E-788A-8F61BA48D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AF4C0-D1BA-B77A-D83D-79848C605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5AED-B2E7-432F-5BFA-5E4F1A1A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AA8A3-FC07-7130-3DE4-4A905944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8F588-9069-7A80-14FA-781D544D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9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7F564-45D0-6F06-CF5A-E34F080F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F1BAD-58F1-E63C-1C2E-379C82107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A1FA1-A4D4-52C0-CA5A-778F2F2D7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C06AC-8704-9944-9FD0-C05A50D4E47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D0D39-07A0-7C6B-4627-9D425640A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BAFA-60FF-ED04-1C4E-6ED949A0B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02336-1698-4249-B334-0D6FB0AC7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4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A5CB-2D47-AF9D-0F75-833E5A42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1FEDF-504B-03A1-3167-16D092C5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1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C15A58-FCE1-90CD-3929-CB268641A2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39162" y="1074660"/>
            <a:ext cx="5806479" cy="342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54AF07-2A8A-C358-730C-138EFA50ED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497"/>
          <a:stretch>
            <a:fillRect/>
          </a:stretch>
        </p:blipFill>
        <p:spPr>
          <a:xfrm>
            <a:off x="209176" y="4662918"/>
            <a:ext cx="5760720" cy="18105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429BCB-38B8-429B-BC36-2891949F35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460" b="1"/>
          <a:stretch>
            <a:fillRect/>
          </a:stretch>
        </p:blipFill>
        <p:spPr>
          <a:xfrm>
            <a:off x="6294760" y="1027526"/>
            <a:ext cx="5806479" cy="34660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9D8522-8E2F-0BA1-EF65-0731E96654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752"/>
          <a:stretch>
            <a:fillRect/>
          </a:stretch>
        </p:blipFill>
        <p:spPr>
          <a:xfrm>
            <a:off x="6317639" y="4677405"/>
            <a:ext cx="5760720" cy="1874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C41FFB-3012-99F6-AF45-B7E1459F5996}"/>
              </a:ext>
            </a:extLst>
          </p:cNvPr>
          <p:cNvSpPr txBox="1"/>
          <p:nvPr/>
        </p:nvSpPr>
        <p:spPr>
          <a:xfrm>
            <a:off x="1739070" y="201283"/>
            <a:ext cx="8713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ord Antenna Medium" panose="02000505000000020004" pitchFamily="2" charset="0"/>
              </a:rPr>
              <a:t>Full Own Performance Metric (OPM) Data (All Officers)</a:t>
            </a:r>
          </a:p>
        </p:txBody>
      </p:sp>
    </p:spTree>
    <p:extLst>
      <p:ext uri="{BB962C8B-B14F-4D97-AF65-F5344CB8AC3E}">
        <p14:creationId xmlns:p14="http://schemas.microsoft.com/office/powerpoint/2010/main" val="101871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7122-75F0-B11B-258F-3CE81F962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7094F-1DB0-5D2D-5682-9EC349E6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2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81771-FD47-D42D-4122-9AA57F731B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6" r="826"/>
          <a:stretch/>
        </p:blipFill>
        <p:spPr>
          <a:xfrm>
            <a:off x="139162" y="1074660"/>
            <a:ext cx="5806479" cy="342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6C649D-2708-741D-2C47-662C444890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0" b="680"/>
          <a:stretch/>
        </p:blipFill>
        <p:spPr>
          <a:xfrm>
            <a:off x="209176" y="4662918"/>
            <a:ext cx="5760720" cy="18105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ACD80F-D389-DFE7-E9D5-3C6AB12759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4" b="184"/>
          <a:stretch/>
        </p:blipFill>
        <p:spPr>
          <a:xfrm>
            <a:off x="6294760" y="1027526"/>
            <a:ext cx="5806479" cy="34660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A0D5BE-A6AF-10AE-0420-B977A40A33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4" r="364"/>
          <a:stretch/>
        </p:blipFill>
        <p:spPr>
          <a:xfrm>
            <a:off x="6317639" y="4677405"/>
            <a:ext cx="5760720" cy="1874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89C4A4-52D9-A433-0957-357CD9282BCD}"/>
              </a:ext>
            </a:extLst>
          </p:cNvPr>
          <p:cNvSpPr txBox="1"/>
          <p:nvPr/>
        </p:nvSpPr>
        <p:spPr>
          <a:xfrm>
            <a:off x="4665448" y="201283"/>
            <a:ext cx="2861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ord Antenna Medium" panose="02000505000000020004" pitchFamily="2" charset="0"/>
              </a:rPr>
              <a:t>Lower Third OPM</a:t>
            </a:r>
          </a:p>
        </p:txBody>
      </p:sp>
    </p:spTree>
    <p:extLst>
      <p:ext uri="{BB962C8B-B14F-4D97-AF65-F5344CB8AC3E}">
        <p14:creationId xmlns:p14="http://schemas.microsoft.com/office/powerpoint/2010/main" val="1124893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78C28-1F22-895D-7232-601430DF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83DEF-6871-0E21-586A-7E4379F2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3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4D782F-DB8C-E651-EAD0-962615F15F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2" r="1722"/>
          <a:stretch/>
        </p:blipFill>
        <p:spPr>
          <a:xfrm>
            <a:off x="139162" y="1074660"/>
            <a:ext cx="5806479" cy="342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F4EE41-0E44-7560-2A68-12D3C1DDCCC3}"/>
              </a:ext>
            </a:extLst>
          </p:cNvPr>
          <p:cNvSpPr txBox="1"/>
          <p:nvPr/>
        </p:nvSpPr>
        <p:spPr>
          <a:xfrm>
            <a:off x="4612966" y="201283"/>
            <a:ext cx="2966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ord Antenna Medium" panose="02000505000000020004" pitchFamily="2" charset="0"/>
              </a:rPr>
              <a:t>Middle Third OPM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F3FBB0-29E2-9B5A-126E-CA772CC0E925}"/>
              </a:ext>
            </a:extLst>
          </p:cNvPr>
          <p:cNvPicPr>
            <a:picLocks/>
          </p:cNvPicPr>
          <p:nvPr/>
        </p:nvPicPr>
        <p:blipFill>
          <a:blip r:embed="rId3"/>
          <a:srcRect b="49668"/>
          <a:stretch>
            <a:fillRect/>
          </a:stretch>
        </p:blipFill>
        <p:spPr>
          <a:xfrm>
            <a:off x="209176" y="4662918"/>
            <a:ext cx="5760720" cy="1810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7E0A25-DE05-7E90-C1B5-FC63B6031540}"/>
              </a:ext>
            </a:extLst>
          </p:cNvPr>
          <p:cNvPicPr>
            <a:picLocks/>
          </p:cNvPicPr>
          <p:nvPr/>
        </p:nvPicPr>
        <p:blipFill>
          <a:blip r:embed="rId4"/>
          <a:srcRect t="50419"/>
          <a:stretch>
            <a:fillRect/>
          </a:stretch>
        </p:blipFill>
        <p:spPr>
          <a:xfrm>
            <a:off x="6294760" y="1027526"/>
            <a:ext cx="5806479" cy="34660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E5009F-B16D-709C-8CE6-57596D73B7E7}"/>
              </a:ext>
            </a:extLst>
          </p:cNvPr>
          <p:cNvPicPr>
            <a:picLocks/>
          </p:cNvPicPr>
          <p:nvPr/>
        </p:nvPicPr>
        <p:blipFill>
          <a:blip r:embed="rId3"/>
          <a:srcRect t="49437"/>
          <a:stretch>
            <a:fillRect/>
          </a:stretch>
        </p:blipFill>
        <p:spPr>
          <a:xfrm>
            <a:off x="6317639" y="4677405"/>
            <a:ext cx="5760720" cy="187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00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E5FDE-815A-72DB-E701-6F76FEFD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09D17-D5F6-1182-B4F3-0D11F1AE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EC21C-9775-4963-F184-B46F9E984D59}"/>
              </a:ext>
            </a:extLst>
          </p:cNvPr>
          <p:cNvSpPr txBox="1"/>
          <p:nvPr/>
        </p:nvSpPr>
        <p:spPr>
          <a:xfrm>
            <a:off x="4663300" y="201283"/>
            <a:ext cx="2865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ord Antenna Medium" panose="02000505000000020004" pitchFamily="2" charset="0"/>
              </a:rPr>
              <a:t>Upper Third OPM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AA5575-53B7-C902-69FC-2FA5AF283338}"/>
              </a:ext>
            </a:extLst>
          </p:cNvPr>
          <p:cNvPicPr>
            <a:picLocks/>
          </p:cNvPicPr>
          <p:nvPr/>
        </p:nvPicPr>
        <p:blipFill>
          <a:blip r:embed="rId2"/>
          <a:srcRect b="50195"/>
          <a:stretch>
            <a:fillRect/>
          </a:stretch>
        </p:blipFill>
        <p:spPr>
          <a:xfrm>
            <a:off x="139162" y="1074660"/>
            <a:ext cx="5806479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097E3D-DA9C-FCF6-794F-6400FE3D4FA7}"/>
              </a:ext>
            </a:extLst>
          </p:cNvPr>
          <p:cNvPicPr>
            <a:picLocks/>
          </p:cNvPicPr>
          <p:nvPr/>
        </p:nvPicPr>
        <p:blipFill>
          <a:blip r:embed="rId3"/>
          <a:srcRect b="49445"/>
          <a:stretch>
            <a:fillRect/>
          </a:stretch>
        </p:blipFill>
        <p:spPr>
          <a:xfrm>
            <a:off x="209176" y="4662918"/>
            <a:ext cx="5760720" cy="18105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4344B9-AD7B-2CC2-24DA-68B66A55375E}"/>
              </a:ext>
            </a:extLst>
          </p:cNvPr>
          <p:cNvPicPr>
            <a:picLocks/>
          </p:cNvPicPr>
          <p:nvPr/>
        </p:nvPicPr>
        <p:blipFill>
          <a:blip r:embed="rId2"/>
          <a:srcRect t="50195"/>
          <a:stretch>
            <a:fillRect/>
          </a:stretch>
        </p:blipFill>
        <p:spPr>
          <a:xfrm>
            <a:off x="6294760" y="1027526"/>
            <a:ext cx="5806479" cy="34660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EE28D0-9D84-81F0-687D-2CA3CC7F3A3F}"/>
              </a:ext>
            </a:extLst>
          </p:cNvPr>
          <p:cNvPicPr>
            <a:picLocks/>
          </p:cNvPicPr>
          <p:nvPr/>
        </p:nvPicPr>
        <p:blipFill>
          <a:blip r:embed="rId3"/>
          <a:srcRect t="49445"/>
          <a:stretch>
            <a:fillRect/>
          </a:stretch>
        </p:blipFill>
        <p:spPr>
          <a:xfrm>
            <a:off x="6317639" y="4677405"/>
            <a:ext cx="5760720" cy="187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24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Ford Antenna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1</cp:revision>
  <dcterms:created xsi:type="dcterms:W3CDTF">2026-04-28T02:04:54Z</dcterms:created>
  <dcterms:modified xsi:type="dcterms:W3CDTF">2026-04-28T02:07:00Z</dcterms:modified>
</cp:coreProperties>
</file>