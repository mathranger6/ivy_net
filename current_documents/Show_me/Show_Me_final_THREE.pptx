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8"/>
  </p:notesMasterIdLst>
  <p:sldIdLst>
    <p:sldId id="378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7" r:id="rId31"/>
    <p:sldId id="408" r:id="rId32"/>
    <p:sldId id="409" r:id="rId33"/>
    <p:sldId id="281" r:id="rId34"/>
    <p:sldId id="324" r:id="rId35"/>
    <p:sldId id="283" r:id="rId36"/>
    <p:sldId id="326" r:id="rId37"/>
    <p:sldId id="327" r:id="rId38"/>
    <p:sldId id="330" r:id="rId39"/>
    <p:sldId id="331" r:id="rId40"/>
    <p:sldId id="316" r:id="rId41"/>
    <p:sldId id="284" r:id="rId42"/>
    <p:sldId id="285" r:id="rId43"/>
    <p:sldId id="314" r:id="rId44"/>
    <p:sldId id="318" r:id="rId45"/>
    <p:sldId id="289" r:id="rId46"/>
    <p:sldId id="290" r:id="rId47"/>
    <p:sldId id="299" r:id="rId48"/>
    <p:sldId id="300" r:id="rId49"/>
    <p:sldId id="322" r:id="rId50"/>
    <p:sldId id="325" r:id="rId51"/>
    <p:sldId id="339" r:id="rId52"/>
    <p:sldId id="328" r:id="rId53"/>
    <p:sldId id="340" r:id="rId54"/>
    <p:sldId id="332" r:id="rId55"/>
    <p:sldId id="341" r:id="rId56"/>
    <p:sldId id="342" r:id="rId57"/>
    <p:sldId id="343" r:id="rId58"/>
    <p:sldId id="344" r:id="rId59"/>
    <p:sldId id="345" r:id="rId60"/>
    <p:sldId id="334" r:id="rId61"/>
    <p:sldId id="335" r:id="rId62"/>
    <p:sldId id="336" r:id="rId63"/>
    <p:sldId id="337" r:id="rId64"/>
    <p:sldId id="338" r:id="rId65"/>
    <p:sldId id="346" r:id="rId66"/>
    <p:sldId id="349" r:id="rId67"/>
    <p:sldId id="348" r:id="rId68"/>
    <p:sldId id="347" r:id="rId69"/>
    <p:sldId id="350" r:id="rId70"/>
    <p:sldId id="351" r:id="rId71"/>
    <p:sldId id="352" r:id="rId72"/>
    <p:sldId id="353" r:id="rId73"/>
    <p:sldId id="354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62" r:id="rId82"/>
    <p:sldId id="363" r:id="rId83"/>
    <p:sldId id="364" r:id="rId84"/>
    <p:sldId id="365" r:id="rId85"/>
    <p:sldId id="366" r:id="rId86"/>
    <p:sldId id="367" r:id="rId87"/>
    <p:sldId id="368" r:id="rId88"/>
    <p:sldId id="369" r:id="rId89"/>
    <p:sldId id="370" r:id="rId90"/>
    <p:sldId id="371" r:id="rId91"/>
    <p:sldId id="372" r:id="rId92"/>
    <p:sldId id="373" r:id="rId93"/>
    <p:sldId id="374" r:id="rId94"/>
    <p:sldId id="375" r:id="rId95"/>
    <p:sldId id="376" r:id="rId96"/>
    <p:sldId id="377" r:id="rId9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1206"/>
    <p:restoredTop sz="94682"/>
  </p:normalViewPr>
  <p:slideViewPr>
    <p:cSldViewPr snapToGrid="0">
      <p:cViewPr varScale="1">
        <p:scale>
          <a:sx n="215" d="100"/>
          <a:sy n="215" d="100"/>
        </p:scale>
        <p:origin x="21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0BD6-0CEF-D44A-A610-5E2A9FD7558D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E250F-0D5D-B44C-ADA0-E05DC33FC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3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8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4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A9070-CDB3-F94E-8A1D-A649529BCBC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20F1-E8CC-E1F0-255E-FFF4569D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D798B-6155-FF39-518E-439FE3A8C762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8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943DE1-940B-58F4-3DB3-D95DDC5C0E31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329A46-D6C8-6C2E-50DA-60E3E88B875F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all </a:t>
            </a:r>
            <a:r>
              <a:rPr lang="en-US" sz="2400" dirty="0" err="1">
                <a:latin typeface="Ford Antenna Medium" panose="02000505000000020004" pitchFamily="2" charset="0"/>
              </a:rPr>
              <a:t>Ygs</a:t>
            </a:r>
            <a:r>
              <a:rPr lang="en-US" sz="2400" dirty="0">
                <a:latin typeface="Ford Antenna Medium" panose="02000505000000020004" pitchFamily="2" charset="0"/>
              </a:rPr>
              <a:t>, No SF, No AV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13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DFC2-59BE-5581-539D-02EFE405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5DA5F7-5578-B5DA-7EFC-B90F71A9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67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2D56-001F-F259-A365-B34B2FAD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FD9BD-3EFB-93E7-3359-732313B6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24618"/>
            <a:ext cx="6664676" cy="6608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FC23C6-E626-3E1F-01FF-CD27E8498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3702"/>
            <a:ext cx="4031857" cy="20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1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92C5-CEAB-3C0F-E2AF-12D411F7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6BED90-FF23-3CE4-9976-C5BC1CC3B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6D00F-F4E1-90FE-B521-37DC2A57A9F8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6D00F-F4E1-90FE-B521-37DC2A57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26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ED7F-FF19-D43C-E93D-84CED575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C7629C-28FB-D576-6CBB-021C4853F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995" y="151609"/>
            <a:ext cx="705429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0A921C-5282-EC44-FABD-DA60CF4C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40359" y="1153887"/>
            <a:ext cx="4025224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0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349C-A139-0D77-7C0B-E4849291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D41EC9-DCDC-66FB-6A8A-580E35C3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F38917-CC7D-8A1E-DB6A-76E031DD927A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F38917-CC7D-8A1E-DB6A-76E031DD9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9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69BF-AB21-D9AC-7B2D-DF38F755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30FC70-47E1-5AD1-A4DB-2E1429F6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331" y="36299"/>
            <a:ext cx="6997625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B7DAEE-131D-D834-1164-2D45D75E5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6791"/>
            <a:ext cx="4031857" cy="2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9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0FB8-CA91-9CE6-2A51-74791AAF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206DC-221F-E335-18CA-BD3049566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8851"/>
            <a:ext cx="7038977" cy="517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C3F4DC-37B2-FC5B-9158-DDD46EE8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5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61CB1-FF7E-D64D-DAAB-E50444C1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8B06B3-7CE8-9995-6DD4-29189A45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69500"/>
            <a:ext cx="8951921" cy="323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904611-CA2A-419E-DC0A-DD8850DCB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5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AAA4-8B1A-6BA0-5589-B2C7900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159B94-9CED-A622-1893-950E8A1C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125" y="2181051"/>
            <a:ext cx="7639748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AE0D2-1D84-8B91-5180-CBC133841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E315-4567-946C-2A73-557BA8BD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54DE00-234E-11B4-6367-19326C62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841" y="2676220"/>
            <a:ext cx="4219436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A1EDC9-28A4-56AC-EC5B-8E29058F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86874"/>
            <a:ext cx="4389120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5AE1F4-A813-19DC-4F37-B06915D1E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872795-C8CD-5661-CB83-C80EDEC1A1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27680" y="2708622"/>
            <a:ext cx="4243519" cy="258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9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9FB7-60AE-2E46-5BE2-47959392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A910AD-0EF7-88C8-1F77-367902A0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7330" y="1240294"/>
            <a:ext cx="6380809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416C1D-BFBC-8EDA-8DF6-D5FFB82DF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3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3BE0-39B3-3022-53FB-BBB86AD8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EC4082-EC9E-E65F-D096-0DD9068FE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153972-F00B-EDC1-AEA5-48ECD8FB3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6669"/>
            <a:ext cx="7772400" cy="6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24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EFAD-D94E-DEF9-3C57-A9F78C129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E4058A-9CAE-D715-2EB7-ADD4E532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90382"/>
            <a:ext cx="7557175" cy="207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2CE43F-1155-BED4-3628-45FF78EA7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619DFB-890A-A8C1-9A29-B66760DB7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9379"/>
            <a:ext cx="7772400" cy="13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5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8C09-0751-B6AC-639F-D7A7CB31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00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DF08-874F-ED56-8394-88045493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77F3C-1188-ED15-1316-5518F532CCD5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07834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3235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−4.1287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4.1287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0. 2422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−0.2422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77F3C-1188-ED15-1316-5518F532C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7F88781-A97C-A8C2-9964-087CFE2C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54047"/>
            <a:ext cx="3342957" cy="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35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2683-A722-37EB-7A50-DC570E0A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899FB-0955-C103-CD32-5E18B7D256A5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9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0C9C88-42A2-68EF-C989-D129972EC92C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B70C2E-0A43-1356-70CF-1E89FC70AA82}"/>
              </a:ext>
            </a:extLst>
          </p:cNvPr>
          <p:cNvSpPr txBox="1"/>
          <p:nvPr/>
        </p:nvSpPr>
        <p:spPr>
          <a:xfrm>
            <a:off x="1549764" y="5097567"/>
            <a:ext cx="5431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</a:t>
            </a:r>
            <a:r>
              <a:rPr lang="en-US" sz="2400" dirty="0" err="1">
                <a:latin typeface="Ford Antenna Medium" panose="02000505000000020004" pitchFamily="2" charset="0"/>
              </a:rPr>
              <a:t>Ygs</a:t>
            </a:r>
            <a:r>
              <a:rPr lang="en-US" sz="2400" dirty="0">
                <a:latin typeface="Ford Antenna Medium" panose="02000505000000020004" pitchFamily="2" charset="0"/>
              </a:rPr>
              <a:t> 2002-2011, IN, AR, FA Only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619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91B3-519A-50BF-5B86-45E033B8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3B260D-332B-D298-38BE-877A8C58E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62A4A3-C354-9500-E313-A3BCB4C25951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184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A659-3FA7-0767-F0BD-03B6FBF6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CA7D44-A4F0-1383-2F62-8BE2E349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559" y="124618"/>
            <a:ext cx="6603168" cy="6608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372815-7D95-DB89-806F-B34589E06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7062"/>
            <a:ext cx="4031857" cy="20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03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CBEA-A966-0A7C-8146-64E3617B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06EE7-B5D3-23F3-440E-23B037328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491AA-B290-D37F-7440-7C159ABAA25C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6D00F-F4E1-90FE-B521-37DC2A57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031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2428F-0953-9E16-E713-3D4EADA0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BA0BEB-A345-D4FD-95D5-4E3807C0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25" y="151610"/>
            <a:ext cx="7036830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EDBFDB-ACCA-C7EA-BC91-6976AA8E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56867" y="1153887"/>
            <a:ext cx="3992208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00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0D88C-91D0-0759-AD32-376AE8E7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58DCA1-2836-8514-B7EB-4FD87800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C4F6B4-AE1D-0861-2BAC-51FAE20CB6E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F38917-CC7D-8A1E-DB6A-76E031DD9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21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259C-4263-253E-BA01-E9E139DD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188DD0-A1BD-523B-58A4-3B2594880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331" y="47771"/>
            <a:ext cx="6997625" cy="67624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5085AE-0D57-B267-F2A1-5B7EAED7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2659" y="1156791"/>
            <a:ext cx="3980624" cy="2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1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E3D6-F938-2E0A-1803-F8E3C6E8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92382-3A2E-35C2-DD47-BCFE0F4E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14411" y="1328851"/>
            <a:ext cx="6922600" cy="517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E71450-F24D-349C-214C-71BC9674D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2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6EE0-8485-8915-EE40-1E9A2A7E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AB930-AAD2-0FC0-7463-C43794C4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4024" y="2369500"/>
            <a:ext cx="8861016" cy="323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D42AFC-FF00-0FDA-A161-E154B0413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38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2072-DC1F-2954-182B-B822B201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5B40C4-E2AB-4FD4-39D6-71E264B8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284" y="2181051"/>
            <a:ext cx="7639430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1FD1E9-27E1-527B-D2DE-8BFB6FC3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72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94A1-E356-CF86-AB99-0F75758E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ECF8BA-0FFF-8265-8C1D-1C755B62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841" y="2707875"/>
            <a:ext cx="4219436" cy="25833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A4D2FC-BC8F-CBE5-8F26-2A209A4DE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9793" y="2686874"/>
            <a:ext cx="4139298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5A1C93-533A-4E18-F33B-9799E32E9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1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CEBD-54A4-118D-FF52-0024B45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689AB-5D36-D6CA-215B-1A3BE11C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706" y="1240294"/>
            <a:ext cx="6280057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8FB4D9-8CF4-3C35-8432-BD0B61F2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81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8F8F-1565-57A9-334C-DDE43563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16AC6F-66D0-9EF0-DFC3-6B4A5B79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AE27E7-713D-3F93-4ADD-479B23FE9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65908"/>
            <a:ext cx="7772400" cy="63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59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3F8E-BA0D-53BE-736D-E2227C27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95662C-1DAF-9B9B-A5EC-229BCB5D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60884" y="2390382"/>
            <a:ext cx="7222231" cy="207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74EAF0-6DF6-09A0-8FF3-D333CA6E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DAA4-ED60-0B86-D6A1-1B846139F6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3619" y="5039379"/>
            <a:ext cx="7316761" cy="13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5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FD907-0C29-6E00-4851-05A30AA6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7552C9-EE95-4A48-388D-9EC02C3D4F9C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866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C6B5-DA25-3E09-52B1-410EDF90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A920C-4BEC-F516-21CD-305E054225EC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5883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437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5.8430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5.8430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1711 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1711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A920C-4BEC-F516-21CD-305E05422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6779EEC-8479-7981-CA06-2BFF763D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9238" y="454047"/>
            <a:ext cx="3194792" cy="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35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6D4E-7527-FDF9-3312-D0EC49F0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9E4B3-10F1-79FA-4DC0-701F50414866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1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D2F7A9-ABC1-F6BB-40AF-719897302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0091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z_pool_tb_ratio_mean_snr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z_star_pool_interaction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59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2F91-9C22-44DA-A6FA-011D7F23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33E5A-03AC-B4C9-C368-5C8A3B4B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677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F404-C580-35F4-4077-45EC172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70A22-DCD7-5049-36D8-08EA3BC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953" y="115296"/>
            <a:ext cx="7108381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477C92-E931-C92C-D56E-9AE967CD9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6761"/>
            <a:ext cx="4031857" cy="212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94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3163-D8F5-EF30-B258-D7708049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40F553-6747-0CA8-784C-1B543AE1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6FB0A8-788B-F554-8AE6-9FF6A779BFF0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6FB0A8-788B-F554-8AE6-9FF6A779B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327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81CA-97EA-59D7-F2B8-AF398BFC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5EAB4-6D1B-65CA-61F5-F53FA9F5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8654"/>
            <a:ext cx="7084087" cy="6840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E7271-826E-983C-9A9F-970EF3CE2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05419"/>
            <a:ext cx="4031857" cy="21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56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2E68-FED8-51D8-57DF-89E94BA1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A9A0C2-1782-0845-F695-52024E0D2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F3F3DF-91D1-E564-67EE-B7B46FBC186F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𝑠𝑡𝑎𝑟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F3F3DF-91D1-E564-67EE-B7B46FBC1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259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0945-ABB5-4416-2A2C-B6E15DE8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4AF47D-DA5E-7C61-F3F9-45E477AA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0"/>
            <a:ext cx="70510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DDC913-6DAA-6096-799B-134367A3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07452"/>
            <a:ext cx="4031857" cy="21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1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018-70DB-2E48-BC61-39C809AD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BA31-8D3E-13E8-7969-277AF2B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18883"/>
            <a:ext cx="7038977" cy="51950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AE16E3-CF64-84AD-9342-FE4EE936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17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7D4-205B-B594-5E30-E76CF9FC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FCCB8-843F-3774-3B1C-306F7CB5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344" y="2342320"/>
            <a:ext cx="8972377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194B67-2FAB-F8AA-C2FE-86BC0C09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61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23EF-18F4-9855-C86D-E093F50C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9D6008-59BE-1E6D-B08D-0F89C8F6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0922"/>
            <a:ext cx="7668115" cy="2496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2EE7C8-FDCF-11AC-3D2F-8C0A648C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0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27A4-1F0F-313A-C211-29049F4F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AE7F81-B8FA-F488-C6F7-7061D3EF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76220"/>
            <a:ext cx="4389120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C89763-4241-F16B-BF37-1A8B46D5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32955"/>
            <a:ext cx="4389120" cy="26896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5246B1-BB77-6466-172C-6F51CC485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12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4D93-34A4-9DA3-5586-A2469F56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40E3E-8F8D-969B-3867-E6BE21ED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240294"/>
            <a:ext cx="6403394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A2FD5-5B77-03C0-DB02-44C8EB7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9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4DF-32A1-87AC-9D0A-347B5162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B64F17-0D4E-C025-2FEB-0C9B520D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09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1D88-3095-80F5-CAF4-4978A361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970CB-6060-D847-CE09-F23E0D15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27120"/>
            <a:ext cx="7772400" cy="2203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E6F4E6-A8A4-3783-4C9A-621138DA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065962-3A99-4170-E320-CAB0E5F7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2951"/>
            <a:ext cx="7772400" cy="133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25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E479-198F-1894-62CA-332B4E1E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45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5162-95A5-DCEF-7848-394DEA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2455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3596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−1.4649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4649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0.6826 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−0.6826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7928E8-C2D1-56AE-F0F7-190842AF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23719"/>
            <a:ext cx="3445255" cy="9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830E-11D2-E76A-CFB7-F920EB2A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F5912-ACC7-7E1A-803B-3C86C98A047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2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A60EA-10FD-51C2-54DE-D30235A45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10347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z_tb_ratio_rank_norm_snr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z_pool_tb_ratio_mean_snr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z_rank_pool_interaction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904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2F4E-156D-3FDB-8A70-A7DDE23C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8B0CC9-F7C9-BA52-1E03-C1D3BBF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730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6A3B-D4D2-E999-B3B3-54681DD2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2FEE8D-37BF-9E52-1608-227F0ABA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372" y="0"/>
            <a:ext cx="70475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CCC468-DA50-27C5-FAAA-AC263BEB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8342" y="1107452"/>
            <a:ext cx="4029258" cy="21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31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78BD0-2200-83FD-9D5D-DD8F47BD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A721D8-5FB4-8BD3-612B-8D777A1E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217352-EB22-35C4-38CF-9D6D52CD7285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217352-EB22-35C4-38CF-9D6D52CD7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624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1721-E069-271A-C331-34C5593D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3FEF4C-090D-9EFC-B828-443644A98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40412"/>
            <a:ext cx="7051001" cy="6777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07BAE8-8D43-6EF4-D564-75E9AA793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25627"/>
            <a:ext cx="4031857" cy="210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5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50A3-ED6C-3C5F-51A6-E53D4206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0A58A0-D747-E0B3-AB0E-42A5A08B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16492B-6B2C-A5BF-3A50-0472B265C64F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16492B-6B2C-A5BF-3A50-0472B265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7536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81E6-F4CE-3EEA-A0A1-0CC9AE31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835566-F2B9-5DCC-082A-10548382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7360"/>
            <a:ext cx="7051001" cy="6843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C04B47-2944-808F-108C-CA13D5718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7186"/>
            <a:ext cx="4031857" cy="21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948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EDDF-D83E-A5ED-4616-34A20E6D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365C3-7757-1E71-7F49-18BC50F3D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135" y="1320804"/>
            <a:ext cx="7009152" cy="51912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436716-4CB2-0E86-9C58-4DFB1802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145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11C3-015F-B676-70E1-5D1C88BB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DA2EBF-65A9-4BB1-4A2B-6863A6A4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759" y="1804767"/>
            <a:ext cx="8953544" cy="3248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001A36-745D-4D45-0492-80657D2B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952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FF02-D86B-6588-BABB-195C368CD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A0F288-468B-361A-0361-25CE8D79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9195" y="2425700"/>
            <a:ext cx="8665610" cy="2787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8A7F93-F366-6D50-B762-C66E4926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28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5A0D-525E-2DEA-B85C-1E506F71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E69B3E-4E3C-5D3F-CF0F-F6C37232D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76665"/>
            <a:ext cx="4389120" cy="26457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CBD5B7-9FCC-F1F8-3F33-07E71D850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42768"/>
            <a:ext cx="4389120" cy="2670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E6089-E384-4913-F361-B543521C5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611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2C99-72B1-EE6D-1724-F1466D25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535A8-031D-9AE7-17AE-772626B2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63876" y="1240294"/>
            <a:ext cx="6327718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1B1301-E857-D70B-647B-D25F00CFE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267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6FFE-C64A-1102-EC0F-05E90E24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A58A36-17B9-23F2-1FA1-AF6B8FD8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64135"/>
            <a:ext cx="7772400" cy="632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90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A0E-F32A-7207-9935-7181BA642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589F5A-C69B-A479-F4F9-DD8A8503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64347"/>
            <a:ext cx="7772400" cy="2129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335A-FCDB-A6D3-DC49-0709202E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29858D-23E9-EF58-5536-E048B7C096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131051"/>
            <a:ext cx="7772400" cy="11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427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D778-071A-4021-EDEF-950A40B4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6378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90D2-0379-0086-0A6C-5A8FAD29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3620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5123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−1.4152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4152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 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0.7066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−0.7066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8B9F6B9-E871-9819-468B-01C3EB11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35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7FBB-956C-B70F-7F03-F2B903AF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5283A-5143-21F5-C6C5-420DD607C991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3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26D842-4DCF-1A5D-96AA-10E8FF8A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25846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510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EF0E-6E7E-A0BD-CBC0-084C091F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7973C-B4A7-17D3-07D6-01D45934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5138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7FDE-E116-7089-FCC4-DCE42F78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E2E751-9FD8-BAD1-C315-081FEE8D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EACBE-7DE6-C899-8859-6D5E2B04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042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118D-2243-A922-F4C1-8493E4DC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86C3A2-0E29-7903-0BEC-BC96A1D0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57AA09-F05C-AC88-0362-8E54A020FCF8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57AA09-F05C-AC88-0362-8E54A020F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0036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C860-B638-46FB-E76E-B11FDF91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0CCF94-C98F-DE5C-6628-AA974925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77FD8B-6FFE-BE5B-A29B-20AD520B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40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14B40-7C1F-669D-FCD8-3E50F3A1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05B468-00F5-4BBF-FB21-1D6542AF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16A76-C01E-1A3A-3B2D-F95273386BD2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16A76-C01E-1A3A-3B2D-F95273386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5366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4FD6-FFE8-03BE-E01F-89507519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6BE3BA-C2B8-7CD8-EDD6-2C81920A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230D3-EC37-3F39-1A53-D1F882097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66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A967-04AB-10D1-8318-1209537F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AA800-32FC-E817-E563-35C5133A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C87CF3-2D1C-D03F-0391-F20F4CEEC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19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B0C0-07FD-D2C7-2A6C-A5369151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167D5-722C-2CA9-BB64-859EFEA4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E9576-A889-5657-E1F3-7594FA87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429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EC81-E498-23D1-A148-7724ABA2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261D16-0DBE-F2DC-ACD1-BAD41CF8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AD592B-B9D5-E74E-0FB5-0EE3A71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944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B173-0AA9-42D9-A8F3-144798D0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B4FAAD-CFF8-C78E-2E65-DF3B39D6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181" y="2676220"/>
            <a:ext cx="4346757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C6E922-95C3-EF34-1D9C-0C02B5613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86874"/>
            <a:ext cx="4389120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552FE6-53F6-86C7-12C6-4F83F8C44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004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B4A7-8468-3AC1-A8B2-B27FA90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F2FB0-F2F0-3802-261D-2F93B425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3E684A-E916-9964-C434-742CEF06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338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960E1-2614-8018-97FE-CD5F21A6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7610B1-EB1D-D7A9-A2B0-72E48583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DEC7E-A686-C785-4D56-E0742003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700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D395A-0CEC-3E67-EFE9-9043753B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F81857-2BA6-FA17-C587-FB94D64E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59999"/>
            <a:ext cx="7772400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A17D93-3A6C-D7E3-9D14-D9ADC9F7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6B1D44-4AE3-CFE1-6C93-AD294C8B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263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67C4-029C-73DB-D88E-320695DB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35224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C8F3-F66D-4D70-7B26-45748215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4C7FA7F-B01F-43FE-6D9F-4EBD4217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524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1AC28-65C0-ABBA-07A5-AE7B4985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84ABB-DECD-7EEB-0C42-F88A8B19630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4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D9B4C7-2DD7-6694-02D4-3033638DF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839628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5FE537-8FEE-AA84-9BC9-EF1597B20014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just YGs 2002-2006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4660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4C29-54A6-DCC5-2750-70ED15D4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A09E1E-087D-14FF-DA18-2CA39A6B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8C16FB-9289-20FF-89AD-0DDF65446071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8C16FB-9289-20FF-89AD-0DDF65446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5497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84E6-AF4D-274B-1C75-0EF2AF33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D402DD-C08C-B17F-E123-3A6041BE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0958D0-02E3-3CBD-5028-A36385E4F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866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FE0E-43F5-372E-6021-F14E087D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D9BB11-E871-5900-2C4C-78D7B6B8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CE54AB-D09B-EE96-27DB-4D3C644F1DE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CE54AB-D09B-EE96-27DB-4D3C644F1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0455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8F46C-9D0A-227B-7856-8209E521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C5F3C-A4C4-D5A7-09CE-51057D60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244B0-EEB0-8414-EC0B-C67B414D38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46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B797-1C4B-DDE4-CFBB-E4756402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0F65BC-35E2-54A9-06CF-A4E772E1A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8A49E2-744F-EACC-74D3-ECE5A809C769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8A49E2-744F-EACC-74D3-ECE5A809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628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E3DF-E0FB-CA4E-FCDE-51E1D233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5F820B-3592-0C8F-3F2F-B862635C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9007A8-3A1D-2275-963C-7028A280D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453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EC36-6343-3B41-07F3-4A081800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75537-A4A9-709E-E7EC-29C478FA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089528-C18D-CEC0-A2CD-C445805D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359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B2B9-1FCE-619C-FE2B-DEA59EE3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BD5C47-BD64-B312-2F46-2A252FBE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83B0F9-3C66-785A-7145-47FBC36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061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760C-BAA9-C6BA-E57B-8EAB3C87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F21FDB-F995-59BB-CC2C-AE662E11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67728B-65EB-417F-D2CE-3E1826FA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820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80F5-2A61-2BA0-FB3B-1F42A59D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696AB-BABE-3CE2-58E7-6EF0EDEF7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181" y="2676220"/>
            <a:ext cx="4346757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CBC794-D130-F5B2-1FB5-2CB45987B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86874"/>
            <a:ext cx="4389120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3D1AF0-AEDA-8C13-9887-8DAF29CB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753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0F24-EA72-8A5C-677D-2EB9B1A5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F55E64-AD11-AED9-37A5-35C23798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73ECAD-1DE2-2B61-74A2-5C71CE96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698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482FF-5BDD-CCFB-572F-DA02C61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B65D56-A1C3-A8FA-E6BA-D6637498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1BD2E5-4F6E-355E-A315-604ACE905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171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14C7-738D-819E-8890-14C9E1C0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866F5-6271-12DD-5E0F-37374678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59999"/>
            <a:ext cx="7557175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057730-1B43-1810-6BDF-E98F7AAA0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8C1473-377B-9824-1FB4-C38D5FBA5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73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9B6E2-B0BE-D2BA-B271-261DC47D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6762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E67E-9BAF-3778-B7E0-1305AD31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5D420E-767E-6878-7E8D-BE691976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40607"/>
            <a:ext cx="3342957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88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6182</TotalTime>
  <Words>2552</Words>
  <Application>Microsoft Macintosh PowerPoint</Application>
  <PresentationFormat>On-screen Show (4:3)</PresentationFormat>
  <Paragraphs>267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3" baseType="lpstr">
      <vt:lpstr>Aptos</vt:lpstr>
      <vt:lpstr>Aptos Display</vt:lpstr>
      <vt:lpstr>Aptos Narrow</vt:lpstr>
      <vt:lpstr>Arial</vt:lpstr>
      <vt:lpstr>Cambria Math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31</cp:revision>
  <cp:lastPrinted>2026-02-11T17:13:20Z</cp:lastPrinted>
  <dcterms:created xsi:type="dcterms:W3CDTF">2026-01-28T22:43:07Z</dcterms:created>
  <dcterms:modified xsi:type="dcterms:W3CDTF">2026-02-11T17:43:33Z</dcterms:modified>
</cp:coreProperties>
</file>