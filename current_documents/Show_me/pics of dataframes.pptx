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8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4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9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5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80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3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9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1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0DD8D-1648-1546-83E4-347F75B163F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6FB12-8F79-5D47-970E-BBDB1DCF8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8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205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72537-73DF-C889-3750-59CDA443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47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C8F4-D367-74AF-705D-0654E63A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1C5102-722B-117E-DC44-F488A2784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87307"/>
            <a:ext cx="7772400" cy="348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48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B7462-AD00-FA2C-A5B2-A06A5066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D75DDE-CE61-CDBC-76BD-C26DC1401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5" y="199572"/>
            <a:ext cx="2539999" cy="31285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7E50C2-FB42-A640-5AA5-BEBBB2962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429000"/>
            <a:ext cx="7772400" cy="29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36127-ECAC-C38D-29F1-B31C3D24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F0F070-05CD-7BC5-4F3E-2416142CE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78603"/>
            <a:ext cx="7772400" cy="250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7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68C1B-482A-4B31-0999-68A01083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52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E785-AC62-5E16-15DF-0D5F14DA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203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</TotalTime>
  <Words>0</Words>
  <Application>Microsoft Macintosh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Levine</dc:creator>
  <cp:lastModifiedBy>Charles Levine</cp:lastModifiedBy>
  <cp:revision>1</cp:revision>
  <dcterms:created xsi:type="dcterms:W3CDTF">2025-10-16T16:16:59Z</dcterms:created>
  <dcterms:modified xsi:type="dcterms:W3CDTF">2025-10-16T22:47:17Z</dcterms:modified>
</cp:coreProperties>
</file>