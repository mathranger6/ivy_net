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3"/>
  </p:notesMasterIdLst>
  <p:sldIdLst>
    <p:sldId id="421" r:id="rId2"/>
    <p:sldId id="378" r:id="rId3"/>
    <p:sldId id="379" r:id="rId4"/>
    <p:sldId id="382" r:id="rId5"/>
    <p:sldId id="380" r:id="rId6"/>
    <p:sldId id="384" r:id="rId7"/>
    <p:sldId id="385" r:id="rId8"/>
    <p:sldId id="386" r:id="rId9"/>
    <p:sldId id="387" r:id="rId10"/>
    <p:sldId id="391" r:id="rId11"/>
    <p:sldId id="389" r:id="rId12"/>
    <p:sldId id="390" r:id="rId13"/>
    <p:sldId id="392" r:id="rId14"/>
    <p:sldId id="393" r:id="rId15"/>
    <p:sldId id="281" r:id="rId16"/>
    <p:sldId id="412" r:id="rId17"/>
    <p:sldId id="324" r:id="rId18"/>
    <p:sldId id="283" r:id="rId19"/>
    <p:sldId id="327" r:id="rId20"/>
    <p:sldId id="331" r:id="rId21"/>
    <p:sldId id="316" r:id="rId22"/>
    <p:sldId id="284" r:id="rId23"/>
    <p:sldId id="285" r:id="rId24"/>
    <p:sldId id="290" r:id="rId25"/>
    <p:sldId id="318" r:id="rId26"/>
    <p:sldId id="289" r:id="rId27"/>
    <p:sldId id="299" r:id="rId28"/>
    <p:sldId id="300" r:id="rId29"/>
    <p:sldId id="322" r:id="rId30"/>
    <p:sldId id="325" r:id="rId31"/>
    <p:sldId id="339" r:id="rId32"/>
    <p:sldId id="340" r:id="rId33"/>
    <p:sldId id="341" r:id="rId34"/>
    <p:sldId id="342" r:id="rId35"/>
    <p:sldId id="343" r:id="rId36"/>
    <p:sldId id="344" r:id="rId37"/>
    <p:sldId id="336" r:id="rId38"/>
    <p:sldId id="334" r:id="rId39"/>
    <p:sldId id="335" r:id="rId40"/>
    <p:sldId id="337" r:id="rId41"/>
    <p:sldId id="338" r:id="rId42"/>
    <p:sldId id="394" r:id="rId43"/>
    <p:sldId id="395" r:id="rId44"/>
    <p:sldId id="396" r:id="rId45"/>
    <p:sldId id="398" r:id="rId46"/>
    <p:sldId id="400" r:id="rId47"/>
    <p:sldId id="401" r:id="rId48"/>
    <p:sldId id="402" r:id="rId49"/>
    <p:sldId id="403" r:id="rId50"/>
    <p:sldId id="407" r:id="rId51"/>
    <p:sldId id="405" r:id="rId52"/>
    <p:sldId id="406" r:id="rId53"/>
    <p:sldId id="408" r:id="rId54"/>
    <p:sldId id="409" r:id="rId55"/>
    <p:sldId id="346" r:id="rId56"/>
    <p:sldId id="349" r:id="rId57"/>
    <p:sldId id="348" r:id="rId58"/>
    <p:sldId id="350" r:id="rId59"/>
    <p:sldId id="352" r:id="rId60"/>
    <p:sldId id="353" r:id="rId61"/>
    <p:sldId id="354" r:id="rId62"/>
    <p:sldId id="355" r:id="rId63"/>
    <p:sldId id="359" r:id="rId64"/>
    <p:sldId id="357" r:id="rId65"/>
    <p:sldId id="358" r:id="rId66"/>
    <p:sldId id="360" r:id="rId67"/>
    <p:sldId id="361" r:id="rId68"/>
    <p:sldId id="362" r:id="rId69"/>
    <p:sldId id="411" r:id="rId70"/>
    <p:sldId id="364" r:id="rId71"/>
    <p:sldId id="366" r:id="rId72"/>
    <p:sldId id="368" r:id="rId73"/>
    <p:sldId id="369" r:id="rId74"/>
    <p:sldId id="370" r:id="rId75"/>
    <p:sldId id="371" r:id="rId76"/>
    <p:sldId id="375" r:id="rId77"/>
    <p:sldId id="373" r:id="rId78"/>
    <p:sldId id="374" r:id="rId79"/>
    <p:sldId id="376" r:id="rId80"/>
    <p:sldId id="377" r:id="rId81"/>
    <p:sldId id="415" r:id="rId8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55"/>
    <p:restoredTop sz="94725"/>
  </p:normalViewPr>
  <p:slideViewPr>
    <p:cSldViewPr snapToGrid="0">
      <p:cViewPr varScale="1">
        <p:scale>
          <a:sx n="144" d="100"/>
          <a:sy n="144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8BE6-557B-6931-69BF-4B6C959C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08DA1-6620-AFF0-6BBE-134671A641A3}"/>
              </a:ext>
            </a:extLst>
          </p:cNvPr>
          <p:cNvSpPr txBox="1"/>
          <p:nvPr/>
        </p:nvSpPr>
        <p:spPr>
          <a:xfrm>
            <a:off x="1549764" y="1608202"/>
            <a:ext cx="54319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PART 1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Explanation / Verification</a:t>
            </a:r>
          </a:p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Of the Model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Looking at</a:t>
            </a:r>
          </a:p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TB Ratio and Prestige Unit Service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51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20F1-E8CC-E1F0-255E-FFF4569D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D798B-6155-FF39-518E-439FE3A8C762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8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943DE1-940B-58F4-3DB3-D95DDC5C0E31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329A46-D6C8-6C2E-50DA-60E3E88B875F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all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, No SF, No AV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13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DFC2-59BE-5581-539D-02EFE405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5DA5F7-5578-B5DA-7EFC-B90F71A9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67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ED7F-FF19-D43C-E93D-84CED575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7629C-28FB-D576-6CBB-021C4853F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995" y="151609"/>
            <a:ext cx="705429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0A921C-5282-EC44-FABD-DA60CF4C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0359" y="1153887"/>
            <a:ext cx="4025224" cy="2050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686C27-93D6-17F4-06DE-8678B2801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6690" y="4534936"/>
            <a:ext cx="3262293" cy="19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0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2D56-001F-F259-A365-B34B2FAD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FD9BD-3EFB-93E7-3359-732313B6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24618"/>
            <a:ext cx="6664676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C23C6-E626-3E1F-01FF-CD27E8498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3702"/>
            <a:ext cx="4031857" cy="20710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EEE76-D228-D03C-C579-856E61DE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7043" y="4424213"/>
            <a:ext cx="3459367" cy="216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F769BF-AB21-D9AC-7B2D-DF38F755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30FC70-47E1-5AD1-A4DB-2E1429F6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36299"/>
            <a:ext cx="6997625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B7DAEE-131D-D834-1164-2D45D75E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6791"/>
            <a:ext cx="4031857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9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0FB8-CA91-9CE6-2A51-74791AAF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206DC-221F-E335-18CA-BD304956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8851"/>
            <a:ext cx="7038977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C3F4DC-37B2-FC5B-9158-DDD46EE8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1CB1-FF7E-D64D-DAAB-E50444C1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8B06B3-7CE8-9995-6DD4-29189A45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69500"/>
            <a:ext cx="8951921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904611-CA2A-419E-DC0A-DD8850DC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AAA4-8B1A-6BA0-5589-B2C7900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159B94-9CED-A622-1893-950E8A1C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125" y="2181051"/>
            <a:ext cx="7639748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AE0D2-1D84-8B91-5180-CBC133841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4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EFAD-D94E-DEF9-3C57-A9F78C12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E4058A-9CAE-D715-2EB7-ADD4E532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90382"/>
            <a:ext cx="7557175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2CE43F-1155-BED4-3628-45FF78EA7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619DFB-890A-A8C1-9A29-B66760DB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9379"/>
            <a:ext cx="7772400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5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9FB7-60AE-2E46-5BE2-47959392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A910AD-0EF7-88C8-1F77-367902A0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7330" y="1240294"/>
            <a:ext cx="6380809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416C1D-BFBC-8EDA-8DF6-D5FFB82D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3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3BE0-39B3-3022-53FB-BBB86AD8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EC4082-EC9E-E65F-D096-0DD9068F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153972-F00B-EDC1-AEA5-48ECD8FB3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669"/>
            <a:ext cx="7772400" cy="6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2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8C09-0751-B6AC-639F-D7A7CB31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00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DF08-874F-ED56-8394-8804549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07834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3235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−4.1287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4.1287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0. 2422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−0.2422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7F88781-A97C-A8C2-9964-087CFE2C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54047"/>
            <a:ext cx="3342957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35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6D4E-7527-FDF9-3312-D0EC49F0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E4B3-10F1-79FA-4DC0-701F50414866}"/>
              </a:ext>
            </a:extLst>
          </p:cNvPr>
          <p:cNvSpPr txBox="1"/>
          <p:nvPr/>
        </p:nvSpPr>
        <p:spPr>
          <a:xfrm>
            <a:off x="1549764" y="1608202"/>
            <a:ext cx="5431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PART 2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Looking at TB Ratio and Pool Interactions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59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B66B-2923-E4A7-0A3D-18F33A97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4A671-B034-E3C9-6422-09013E2E014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1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629BF-6F30-17BD-A9A3-21A5C881B3E9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z_pool_tb_ratio_mean_snr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z_star_pool_interaction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3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2F91-9C22-44DA-A6FA-011D7F23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3E5A-03AC-B4C9-C368-5C8A3B4B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77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53" y="115296"/>
            <a:ext cx="7108381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477C92-E931-C92C-D56E-9AE967CD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6761"/>
            <a:ext cx="4031857" cy="2124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53010-2AEB-1237-D73A-28D99DE316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6657" y="4474329"/>
            <a:ext cx="3489897" cy="210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81CA-97EA-59D7-F2B8-AF398BF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EAB4-6D1B-65CA-61F5-F53FA9F5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8654"/>
            <a:ext cx="7084087" cy="6840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E7271-826E-983C-9A9F-970EF3CE2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5419"/>
            <a:ext cx="4031857" cy="2147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E3BD3C-E0E2-7C2D-967A-22D3FB47E9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6368" y="4510601"/>
            <a:ext cx="3027766" cy="185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56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A60945-ABB5-4416-2A2C-B6E15DE8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4AF47D-DA5E-7C61-F3F9-45E477AA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0"/>
            <a:ext cx="70510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DDC913-6DAA-6096-799B-134367A3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7452"/>
            <a:ext cx="4031857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18883"/>
            <a:ext cx="7038977" cy="51950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344" y="2342320"/>
            <a:ext cx="8972377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0922"/>
            <a:ext cx="7668115" cy="2496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970CB-6060-D847-CE09-F23E0D15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27120"/>
            <a:ext cx="7772400" cy="2203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65962-3A99-4170-E320-CAB0E5F7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2951"/>
            <a:ext cx="7772400" cy="133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240294"/>
            <a:ext cx="6403394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2455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3596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−1.4649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4649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0.6826 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−0.6826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23719"/>
            <a:ext cx="3445255" cy="9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30E-11D2-E76A-CFB7-F920EB2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F5912-ACC7-7E1A-803B-3C86C98A047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2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A60EA-10FD-51C2-54DE-D30235A4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10347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z_tb_ratio_rank_norm_snr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z_pool_tb_ratio_mean_snr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z_rank_pool_interaction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2F4E-156D-3FDB-8A70-A7DDE23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B0CC9-F7C9-BA52-1E03-C1D3BBF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73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6A3B-D4D2-E999-B3B3-54681DD2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FEE8D-37BF-9E52-1608-227F0ABA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372" y="0"/>
            <a:ext cx="70475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CCC468-DA50-27C5-FAAA-AC263BEB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342" y="1107452"/>
            <a:ext cx="4029258" cy="2143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8DE34-2C3D-6952-06E5-E7AE02E6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2864" y="4441633"/>
            <a:ext cx="3607517" cy="21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721-E069-271A-C331-34C5593D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3FEF4C-090D-9EFC-B828-443644A98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40412"/>
            <a:ext cx="7051001" cy="6777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07BAE8-8D43-6EF4-D564-75E9AA793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25627"/>
            <a:ext cx="4031857" cy="2107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70C22-D446-76AB-3CD2-3658D47C56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77719" y="4429084"/>
            <a:ext cx="3604483" cy="219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5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A381E6-F4CE-3EEA-A0A1-0CC9AE31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35566-F2B9-5DCC-082A-10548382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7360"/>
            <a:ext cx="7051001" cy="6843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C04B47-2944-808F-108C-CA13D571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7186"/>
            <a:ext cx="4031857" cy="21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94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EDDF-D83E-A5ED-4616-34A20E6D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365C3-7757-1E71-7F49-18BC50F3D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135" y="1320804"/>
            <a:ext cx="7009152" cy="51912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436716-4CB2-0E86-9C58-4DFB1802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4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1C3-015F-B676-70E1-5D1C88BB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DA2EBF-65A9-4BB1-4A2B-6863A6A4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759" y="1804767"/>
            <a:ext cx="8953544" cy="3248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001A36-745D-4D45-0492-80657D2B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5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FF02-D86B-6588-BABB-195C368C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A0F288-468B-361A-0361-25CE8D79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9195" y="2425700"/>
            <a:ext cx="8665610" cy="278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8A7F93-F366-6D50-B762-C66E4926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28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A0E-F32A-7207-9935-7181BA64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89F5A-C69B-A479-F4F9-DD8A8503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64347"/>
            <a:ext cx="7772400" cy="2129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335A-FCDB-A6D3-DC49-0709202E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29858D-23E9-EF58-5536-E048B7C09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131051"/>
            <a:ext cx="7772400" cy="11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42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2C99-72B1-EE6D-1724-F1466D25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535A8-031D-9AE7-17AE-772626B2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3876" y="1240294"/>
            <a:ext cx="6327718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B1301-E857-D70B-647B-D25F00CFE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6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6FFE-C64A-1102-EC0F-05E90E24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A58A36-17B9-23F2-1FA1-AF6B8FD8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64135"/>
            <a:ext cx="7772400" cy="63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9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D778-071A-4021-EDEF-950A40B4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637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90D2-0379-0086-0A6C-5A8FAD2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3620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5123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−1.4152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4152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 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0.7066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−0.7066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B9F6B9-E871-9819-468B-01C3EB11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3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852683-A722-37EB-7A50-DC570E0A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899FB-0955-C103-CD32-5E18B7D256A5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9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0C9C88-42A2-68EF-C989-D129972EC92C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B70C2E-0A43-1356-70CF-1E89FC70AA82}"/>
              </a:ext>
            </a:extLst>
          </p:cNvPr>
          <p:cNvSpPr txBox="1"/>
          <p:nvPr/>
        </p:nvSpPr>
        <p:spPr>
          <a:xfrm>
            <a:off x="1549764" y="5097567"/>
            <a:ext cx="543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 2002-2011, IN, AR, FA Only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19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E491B3-519A-50BF-5B86-45E033B8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B260D-332B-D298-38BE-877A8C58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62A4A3-C354-9500-E313-A3BCB4C2595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62A4A3-C354-9500-E313-A3BCB4C25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842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FCA659-3FA7-0767-F0BD-03B6FBF6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CA7D44-A4F0-1383-2F62-8BE2E349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559" y="124618"/>
            <a:ext cx="6603168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372815-7D95-DB89-806F-B34589E0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7062"/>
            <a:ext cx="4031857" cy="2064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D9411-D089-C563-6368-DFF4199B4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4600" y="4497458"/>
            <a:ext cx="3019894" cy="184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03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92428F-0953-9E16-E713-3D4EADA0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A0BEB-A345-D4FD-95D5-4E3807C0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25" y="151610"/>
            <a:ext cx="7036830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EDBFDB-ACCA-C7EA-BC91-6976AA8E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56867" y="1153887"/>
            <a:ext cx="3992208" cy="205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6A1A4-E5B9-5D27-217C-E797F6242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26183" y="4420233"/>
            <a:ext cx="3203457" cy="19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00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8F259C-4263-253E-BA01-E9E139DD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188DD0-A1BD-523B-58A4-3B2594880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47771"/>
            <a:ext cx="6997625" cy="6762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5085AE-0D57-B267-F2A1-5B7EAED7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2659" y="1156791"/>
            <a:ext cx="3980624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1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9AE3D6-F938-2E0A-1803-F8E3C6E8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92382-3A2E-35C2-DD47-BCFE0F4E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4411" y="1328851"/>
            <a:ext cx="6922600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E71450-F24D-349C-214C-71BC9674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2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6C6EE0-8485-8915-EE40-1E9A2A7E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AB930-AAD2-0FC0-7463-C43794C4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024" y="2369500"/>
            <a:ext cx="8861016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42AFC-FF00-0FDA-A161-E154B0413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382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FC2072-DC1F-2954-182B-B822B201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B40C4-E2AB-4FD4-39D6-71E264B8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284" y="2181051"/>
            <a:ext cx="7639430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1FD1E9-27E1-527B-D2DE-8BFB6FC3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722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A73F8E-BA0D-53BE-736D-E2227C27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95662C-1DAF-9B9B-A5EC-229BCB5D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0884" y="2390382"/>
            <a:ext cx="7222231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74EAF0-6DF6-09A0-8FF3-D333CA6E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DAA4-ED60-0B86-D6A1-1B846139F6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3619" y="5039379"/>
            <a:ext cx="7316761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5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38CEBD-54A4-118D-FF52-0024B45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689AB-5D36-D6CA-215B-1A3BE11C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706" y="1240294"/>
            <a:ext cx="6280057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8FB4D9-8CF4-3C35-8432-BD0B61F2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810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178F8F-1565-57A9-334C-DDE43563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16AC6F-66D0-9EF0-DFC3-6B4A5B79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AE27E7-713D-3F93-4ADD-479B23FE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65908"/>
            <a:ext cx="7772400" cy="63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598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9FD907-0C29-6E00-4851-05A30AA6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7552C9-EE95-4A48-388D-9EC02C3D4F9C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8668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08C6B5-DA25-3E09-52B1-410EDF90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05883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3437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−5.8430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5.8430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0. 1711 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−0.1711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779EEC-8479-7981-CA06-2BFF763D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9238" y="454047"/>
            <a:ext cx="3194792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35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937FBB-956C-B70F-7F03-F2B903AF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5283A-5143-21F5-C6C5-420DD607C991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3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6D842-4DCF-1A5D-96AA-10E8FF8A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25846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510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37EF0E-6E7E-A0BD-CBC0-084C091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7973C-B4A7-17D3-07D6-01D45934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5138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F37FDE-E116-7089-FCC4-DCE42F78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E2E751-9FD8-BAD1-C315-081FEE8D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EACBE-7DE6-C899-8859-6D5E2B04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3AC9B-9F66-492E-ECA7-0E4ADF49A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85567" y="4416061"/>
            <a:ext cx="3533215" cy="21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04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90C860-B638-46FB-E76E-B11FDF91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0CCF94-C98F-DE5C-6628-AA974925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7FD8B-6FFE-BE5B-A29B-20AD520B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C50793-4F26-21F2-D8B2-D38EEE5BCA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01836" y="4481524"/>
            <a:ext cx="3460304" cy="203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4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8E4FD6-FFE8-03BE-E01F-89507519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6BE3BA-C2B8-7CD8-EDD6-2C81920A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230D3-EC37-3F39-1A53-D1F882097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6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FCA967-04AB-10D1-8318-1209537F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AA800-32FC-E817-E563-35C5133A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C87CF3-2D1C-D03F-0391-F20F4CEEC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19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F5B0C0-07FD-D2C7-2A6C-A5369151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167D5-722C-2CA9-BB64-859EFEA4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E9576-A889-5657-E1F3-7594FA87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429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92EC81-E498-23D1-A148-7724ABA2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261D16-0DBE-F2DC-ACD1-BAD41CF8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D592B-B9D5-E74E-0FB5-0EE3A71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44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1D395A-0CEC-3E67-EFE9-9043753B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F81857-2BA6-FA17-C587-FB94D64E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59999"/>
            <a:ext cx="7772400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A17D93-3A6C-D7E3-9D14-D9ADC9F7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6B1D44-4AE3-CFE1-6C93-AD294C8B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263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CCB4A7-8468-3AC1-A8B2-B27FA90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F2FB0-F2F0-3802-261D-2F93B425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3E684A-E916-9964-C434-742CEF06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338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E960E1-2614-8018-97FE-CD5F21A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7610B1-EB1D-D7A9-A2B0-72E48583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DEC7E-A686-C785-4D56-E0742003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700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7367C4-029C-73DB-D88E-320695DB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3522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2EC8F3-F66D-4D70-7B26-45748215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C7FA7F-B01F-43FE-6D9F-4EBD4217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524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71AC28-65C0-ABBA-07A5-AE7B4985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84ABB-DECD-7EEB-0C42-F88A8B19630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4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D9B4C7-2DD7-6694-02D4-3033638D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39628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5FE537-8FEE-AA84-9BC9-EF1597B20014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just YGs 2002-2006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60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81143-F68A-CBF1-DC0C-E980BA1B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276235-22F2-DC19-988E-27CCBDA02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C91AD2-B557-BC4A-80EE-567E81D30FCB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C91AD2-B557-BC4A-80EE-567E81D3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339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3B84E6-AF4D-274B-1C75-0EF2AF33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402DD-C08C-B17F-E123-3A6041BE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0958D0-02E3-3CBD-5028-A36385E4F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72791D-256D-2A74-AD55-67AB632C4F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6242" y="4413903"/>
            <a:ext cx="3605306" cy="21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866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38F46C-9D0A-227B-7856-8209E521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C5F3C-A4C4-D5A7-09CE-51057D6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244B0-EEB0-8414-EC0B-C67B414D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931E9-4226-3D73-F533-F8D74E069D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53"/>
          <a:stretch>
            <a:fillRect/>
          </a:stretch>
        </p:blipFill>
        <p:spPr>
          <a:xfrm>
            <a:off x="5161566" y="4310787"/>
            <a:ext cx="3782810" cy="21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46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22E3DF-E0FB-CA4E-FCDE-51E1D233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5F820B-3592-0C8F-3F2F-B862635C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007A8-3A1D-2275-963C-7028A280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45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AAEC36-6343-3B41-07F3-4A081800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75537-A4A9-709E-E7EC-29C478FA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089528-C18D-CEC0-A2CD-C445805D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359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31B2B9-1FCE-619C-FE2B-DEA59EE3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BD5C47-BD64-B312-2F46-2A252FBE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83B0F9-3C66-785A-7145-47FBC36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61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21760C-BAA9-C6BA-E57B-8EAB3C87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F21FDB-F995-59BB-CC2C-AE662E11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67728B-65EB-417F-D2CE-3E1826F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20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D14C7-738D-819E-8890-14C9E1C0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866F5-6271-12DD-5E0F-37374678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59999"/>
            <a:ext cx="7557175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057730-1B43-1810-6BDF-E98F7AAA0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C1473-377B-9824-1FB4-C38D5FBA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73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730F24-EA72-8A5C-677D-2EB9B1A5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55E64-AD11-AED9-37A5-35C23798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73ECAD-1DE2-2B61-74A2-5C71CE96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698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E482FF-5BDD-CCFB-572F-DA02C61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65D56-A1C3-A8FA-E6BA-D6637498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1BD2E5-4F6E-355E-A315-604ACE90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171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09B6E2-B0BE-D2BA-B271-261DC47D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762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94E67E-9BAF-3778-B7E0-1305AD31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5D420E-767E-6878-7E8D-BE691976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40607"/>
            <a:ext cx="3342957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87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EEFD9D-F189-1448-35B9-66C55545C78B}"/>
              </a:ext>
            </a:extLst>
          </p:cNvPr>
          <p:cNvGrpSpPr/>
          <p:nvPr/>
        </p:nvGrpSpPr>
        <p:grpSpPr>
          <a:xfrm>
            <a:off x="135081" y="149866"/>
            <a:ext cx="3326120" cy="2963457"/>
            <a:chOff x="135081" y="149866"/>
            <a:chExt cx="3326120" cy="29634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5DD86A-23DD-18D1-018D-399F8E099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35081" y="520995"/>
              <a:ext cx="3326120" cy="259232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CF0896-EE52-FE1A-B1C3-058E89C6C6A4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8856D9C-6896-ACF0-314F-26669D71FDBA}"/>
              </a:ext>
            </a:extLst>
          </p:cNvPr>
          <p:cNvGrpSpPr/>
          <p:nvPr/>
        </p:nvGrpSpPr>
        <p:grpSpPr>
          <a:xfrm>
            <a:off x="4028682" y="209277"/>
            <a:ext cx="3308237" cy="2965255"/>
            <a:chOff x="144022" y="149866"/>
            <a:chExt cx="3308237" cy="296525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48282D-99F7-BE76-4B96-7C1929885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44022" y="519198"/>
              <a:ext cx="3308237" cy="259592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8188EB-0D77-2D41-658B-FD1406457ED2}"/>
                </a:ext>
              </a:extLst>
            </p:cNvPr>
            <p:cNvSpPr txBox="1"/>
            <p:nvPr/>
          </p:nvSpPr>
          <p:spPr>
            <a:xfrm>
              <a:off x="686313" y="149866"/>
              <a:ext cx="2705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CS + CSS only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869D2C-E02A-6CF2-78BA-AB433C898F5F}"/>
              </a:ext>
            </a:extLst>
          </p:cNvPr>
          <p:cNvGrpSpPr/>
          <p:nvPr/>
        </p:nvGrpSpPr>
        <p:grpSpPr>
          <a:xfrm>
            <a:off x="264233" y="3742879"/>
            <a:ext cx="3326120" cy="2965255"/>
            <a:chOff x="135081" y="149866"/>
            <a:chExt cx="3326120" cy="296525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D7D320-EB02-1418-9D3B-E68C5DA9D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081" y="519198"/>
              <a:ext cx="3326120" cy="259592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7D6359-FDB3-73CC-A8E6-DB01FDC611BA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514F04-DCB5-ED58-D974-973BFE730F05}"/>
              </a:ext>
            </a:extLst>
          </p:cNvPr>
          <p:cNvGrpSpPr/>
          <p:nvPr/>
        </p:nvGrpSpPr>
        <p:grpSpPr>
          <a:xfrm>
            <a:off x="4570973" y="3429000"/>
            <a:ext cx="3326120" cy="2965255"/>
            <a:chOff x="135081" y="149866"/>
            <a:chExt cx="3326120" cy="29652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B01BC64-D6BE-D2A8-CE7B-5AADE6918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081" y="519198"/>
              <a:ext cx="3326120" cy="259592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62CFC9-7AC0-63B7-8C22-DE1094F01977}"/>
                </a:ext>
              </a:extLst>
            </p:cNvPr>
            <p:cNvSpPr txBox="1"/>
            <p:nvPr/>
          </p:nvSpPr>
          <p:spPr>
            <a:xfrm>
              <a:off x="686313" y="149866"/>
              <a:ext cx="222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2002-2011 IN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059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8606</TotalTime>
  <Words>2483</Words>
  <Application>Microsoft Macintosh PowerPoint</Application>
  <PresentationFormat>On-screen Show (4:3)</PresentationFormat>
  <Paragraphs>258</Paragraphs>
  <Slides>81</Slides>
  <Notes>0</Notes>
  <HiddenSlides>43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Aptos</vt:lpstr>
      <vt:lpstr>Aptos Display</vt:lpstr>
      <vt:lpstr>Aptos Narrow</vt:lpstr>
      <vt:lpstr>Arial</vt:lpstr>
      <vt:lpstr>Cambria Math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34</cp:revision>
  <cp:lastPrinted>2026-02-13T15:04:22Z</cp:lastPrinted>
  <dcterms:created xsi:type="dcterms:W3CDTF">2026-01-28T22:43:07Z</dcterms:created>
  <dcterms:modified xsi:type="dcterms:W3CDTF">2026-03-03T14:42:25Z</dcterms:modified>
</cp:coreProperties>
</file>