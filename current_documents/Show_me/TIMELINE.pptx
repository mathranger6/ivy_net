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AB7942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4"/>
    <p:restoredTop sz="94706"/>
  </p:normalViewPr>
  <p:slideViewPr>
    <p:cSldViewPr snapToGrid="0">
      <p:cViewPr varScale="1">
        <p:scale>
          <a:sx n="250" d="100"/>
          <a:sy n="250" d="100"/>
        </p:scale>
        <p:origin x="17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AD4F-B210-F2DB-02F8-F1D1422A0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BDC9A-3383-3556-7455-A75A5F598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22760-958F-113E-E54F-1EF1A98A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EABB5-5AD6-51DC-62E5-5DD062A7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215B5-6216-588B-75F4-4F872071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3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DBA1-8D60-D10C-3030-818A50BD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231C-3FB0-CCCC-561F-31ACF53FF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DE523-ACE3-102E-3304-95F3A905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A04C9-2782-568F-D30C-0D10C6A3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A5706-AB7D-C0DC-63B6-81799735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4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724C-D613-3308-A2A3-04BB747EA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E12E4-1130-1DB6-FEF7-67E237BC4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22AA7-24AA-2BBB-25E6-534D7DB9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C28C-7A78-F035-5981-C2D32AAD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CCC97-9B07-FB43-D093-91E5C629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1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28FF-1945-EF27-ADD0-66FC4053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8DEC-520C-38EE-9D3F-9B34CEABC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6307A-1B5D-77AD-107A-3DF8FE2A6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1CD50-04ED-9CBF-C1D5-2DEB638A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6A3E1-56DD-414E-9111-F41C1EAE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F840C-D5D2-1528-DCEB-14979DF2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8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6C49-32F8-7E19-1FD3-C0E4BB34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31D61-E98F-84FE-9F75-D2B81F100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B06DD-CEC0-6AC5-C465-50351E898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CFF48-E21B-AC54-E93B-7A545E230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B34D5-63C1-FC58-2F97-61C238E72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0FC0E-857E-F89F-6B88-E906C081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2F2BD7-7200-8DA4-04F5-FF70DF04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51B13-42CC-B7B9-1EBC-B34811C6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7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2152-B079-197E-86B7-A740FF7F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824C0-463E-2F65-2B18-68DF0C71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83655-E0DA-CA93-C477-66AC30B6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2BAAF-D93C-6156-19CC-BD1F6C60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4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F3AAB-761C-DFC4-B1A4-D4D0194C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2C761-FEB0-34D2-C8AE-3548348A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2CA26-3DC7-22F6-700D-87EB7BF6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3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626A-7910-A844-D5E6-DC94767C7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E500A-4495-91A6-64A3-E9B021727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B50F1-9D66-743F-15A0-D1ABC87C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CBBF-CC51-59A5-986D-6ACA67D8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CDFB6-80CD-99F5-4573-95C09467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FE64A-62BC-43EF-9B92-BDED42A8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8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F588-7B81-EEB1-BF93-657DBBE03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34C24-801E-B7A8-7661-E566FA63F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1B145-D32A-ED82-02AC-8A2CC887B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35DFF-6C85-3338-D0B2-176A686F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59348-C239-6E39-3E50-8673191A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7BD79-4AE2-65BA-A49A-BC0AA90A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9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A6FD-C9D4-49F2-D942-B90953B4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08F0B-EE29-7E60-96A2-84AF54A02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57CB9-A536-D568-35B4-05FA679F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75A29-6CA5-86E7-0400-5663FDB5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33860-D796-DE7B-76A8-F1A00A0E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4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2AC90-AC34-E338-F485-D16AF2195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77F02-5B96-6C27-84C2-22D702DF6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3038C-4C39-7096-ECAD-6198B18A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BB566-CE8E-FA98-218C-63920AD7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D9D0D-E191-C95C-9214-8DB86B17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1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DD63D-38BE-430F-E638-C51C2EF7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7A020-3D57-0D09-2406-D64689A67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75C91-DCED-F426-B0E1-32D99AE83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067F6-FE6E-0A46-8E74-3754EF4DC77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239AE-8E71-100F-571E-37B154874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2511-431C-D84E-4823-CF1749FAF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25E7F-7BCC-2441-A931-BA4B93EB8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7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46C44A48-4FBA-33C7-0DDC-1F7992212E04}"/>
              </a:ext>
            </a:extLst>
          </p:cNvPr>
          <p:cNvSpPr/>
          <p:nvPr/>
        </p:nvSpPr>
        <p:spPr>
          <a:xfrm>
            <a:off x="4396887" y="2595091"/>
            <a:ext cx="1346200" cy="184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Q1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665D767-E0F9-4224-348E-AF453DC66209}"/>
              </a:ext>
            </a:extLst>
          </p:cNvPr>
          <p:cNvSpPr/>
          <p:nvPr/>
        </p:nvSpPr>
        <p:spPr>
          <a:xfrm>
            <a:off x="373427" y="2595091"/>
            <a:ext cx="1346200" cy="184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Q2</a:t>
            </a:r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F9DA3DC-B5D9-5B01-FA33-67E33DA1D3EA}"/>
              </a:ext>
            </a:extLst>
          </p:cNvPr>
          <p:cNvSpPr/>
          <p:nvPr/>
        </p:nvSpPr>
        <p:spPr>
          <a:xfrm>
            <a:off x="1708272" y="2595091"/>
            <a:ext cx="1346200" cy="1841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Q3</a:t>
            </a:r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9FACCC4-5BFB-5028-E69C-B006FC615B88}"/>
              </a:ext>
            </a:extLst>
          </p:cNvPr>
          <p:cNvSpPr/>
          <p:nvPr/>
        </p:nvSpPr>
        <p:spPr>
          <a:xfrm>
            <a:off x="3058257" y="2595091"/>
            <a:ext cx="1346200" cy="18415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Q4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A3017FE-AFEC-660E-10FE-D3E779AA5550}"/>
              </a:ext>
            </a:extLst>
          </p:cNvPr>
          <p:cNvSpPr/>
          <p:nvPr/>
        </p:nvSpPr>
        <p:spPr>
          <a:xfrm>
            <a:off x="9766547" y="2595091"/>
            <a:ext cx="1346200" cy="184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Q1</a:t>
            </a:r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3B5CAD2-0A7E-F3B2-8E8B-3B2E1ABBF66F}"/>
              </a:ext>
            </a:extLst>
          </p:cNvPr>
          <p:cNvSpPr/>
          <p:nvPr/>
        </p:nvSpPr>
        <p:spPr>
          <a:xfrm>
            <a:off x="5743087" y="2595091"/>
            <a:ext cx="1346200" cy="184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Q2</a:t>
            </a:r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B3D9BF5-B8CC-63E3-BEB0-48B98B5AAAEE}"/>
              </a:ext>
            </a:extLst>
          </p:cNvPr>
          <p:cNvSpPr/>
          <p:nvPr/>
        </p:nvSpPr>
        <p:spPr>
          <a:xfrm>
            <a:off x="7077932" y="2595091"/>
            <a:ext cx="1346200" cy="1841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902500C-0BCF-7ACF-6455-82FBCD7EE0CC}"/>
              </a:ext>
            </a:extLst>
          </p:cNvPr>
          <p:cNvSpPr/>
          <p:nvPr/>
        </p:nvSpPr>
        <p:spPr>
          <a:xfrm>
            <a:off x="8427917" y="2595091"/>
            <a:ext cx="1346200" cy="18415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Q4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15AB083-D0BE-DF97-4961-F46F1EB9E070}"/>
              </a:ext>
            </a:extLst>
          </p:cNvPr>
          <p:cNvSpPr/>
          <p:nvPr/>
        </p:nvSpPr>
        <p:spPr>
          <a:xfrm>
            <a:off x="373426" y="2349500"/>
            <a:ext cx="5362093" cy="1587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2019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FBA7ECE-7C6F-5D3D-2144-EB5FC5817EAE}"/>
              </a:ext>
            </a:extLst>
          </p:cNvPr>
          <p:cNvSpPr/>
          <p:nvPr/>
        </p:nvSpPr>
        <p:spPr>
          <a:xfrm>
            <a:off x="5735520" y="2349500"/>
            <a:ext cx="5354520" cy="1587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E695E3A-E2EC-96D3-E830-6AA92049FC16}"/>
              </a:ext>
            </a:extLst>
          </p:cNvPr>
          <p:cNvCxnSpPr>
            <a:cxnSpLocks/>
          </p:cNvCxnSpPr>
          <p:nvPr/>
        </p:nvCxnSpPr>
        <p:spPr>
          <a:xfrm>
            <a:off x="6257076" y="3225800"/>
            <a:ext cx="0" cy="273050"/>
          </a:xfrm>
          <a:prstGeom prst="line">
            <a:avLst/>
          </a:prstGeom>
          <a:ln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981EC78-E204-682F-4136-24ADFC4EBAAA}"/>
              </a:ext>
            </a:extLst>
          </p:cNvPr>
          <p:cNvCxnSpPr>
            <a:cxnSpLocks/>
          </p:cNvCxnSpPr>
          <p:nvPr/>
        </p:nvCxnSpPr>
        <p:spPr>
          <a:xfrm>
            <a:off x="5735519" y="3225800"/>
            <a:ext cx="0" cy="2730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9763669-758D-D5F5-46C0-A4F30895440A}"/>
              </a:ext>
            </a:extLst>
          </p:cNvPr>
          <p:cNvGrpSpPr/>
          <p:nvPr/>
        </p:nvGrpSpPr>
        <p:grpSpPr>
          <a:xfrm>
            <a:off x="3281363" y="1219568"/>
            <a:ext cx="1027227" cy="1388109"/>
            <a:chOff x="532913" y="5099964"/>
            <a:chExt cx="1027227" cy="138810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D4957D1-26B5-D3D1-56CF-DDFA7E85B850}"/>
                </a:ext>
              </a:extLst>
            </p:cNvPr>
            <p:cNvCxnSpPr>
              <a:cxnSpLocks/>
            </p:cNvCxnSpPr>
            <p:nvPr/>
          </p:nvCxnSpPr>
          <p:spPr>
            <a:xfrm>
              <a:off x="1041478" y="5607795"/>
              <a:ext cx="5048" cy="880278"/>
            </a:xfrm>
            <a:prstGeom prst="line">
              <a:avLst/>
            </a:prstGeom>
            <a:ln>
              <a:solidFill>
                <a:srgbClr val="FF9300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2F45D3F-FF15-9037-6FD6-1AF38DF9EFC1}"/>
                </a:ext>
              </a:extLst>
            </p:cNvPr>
            <p:cNvSpPr txBox="1"/>
            <p:nvPr/>
          </p:nvSpPr>
          <p:spPr>
            <a:xfrm>
              <a:off x="532913" y="5099964"/>
              <a:ext cx="102722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9300"/>
                  </a:solidFill>
                </a:rPr>
                <a:t>2019-08-19</a:t>
              </a:r>
            </a:p>
            <a:p>
              <a:pPr algn="ctr"/>
              <a:r>
                <a:rPr lang="en-US" sz="900" b="1" dirty="0">
                  <a:solidFill>
                    <a:srgbClr val="FF9300"/>
                  </a:solidFill>
                </a:rPr>
                <a:t>Eval thru date</a:t>
              </a:r>
            </a:p>
            <a:p>
              <a:pPr algn="ctr"/>
              <a:r>
                <a:rPr lang="en-US" sz="900" b="1" dirty="0">
                  <a:solidFill>
                    <a:srgbClr val="FF9300"/>
                  </a:solidFill>
                </a:rPr>
                <a:t>“40”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87827BA-2782-74A4-EB0F-570DB389F29C}"/>
              </a:ext>
            </a:extLst>
          </p:cNvPr>
          <p:cNvSpPr txBox="1"/>
          <p:nvPr/>
        </p:nvSpPr>
        <p:spPr>
          <a:xfrm>
            <a:off x="6067430" y="3505200"/>
            <a:ext cx="102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432FF"/>
                </a:solidFill>
              </a:rPr>
              <a:t>2020-02-03</a:t>
            </a:r>
          </a:p>
          <a:p>
            <a:r>
              <a:rPr lang="en-US" sz="900" dirty="0">
                <a:solidFill>
                  <a:srgbClr val="0432FF"/>
                </a:solidFill>
              </a:rPr>
              <a:t>Promo to MAJ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878FA45-84AF-49CE-7403-B3D4AF1500CE}"/>
              </a:ext>
            </a:extLst>
          </p:cNvPr>
          <p:cNvSpPr txBox="1"/>
          <p:nvPr/>
        </p:nvSpPr>
        <p:spPr>
          <a:xfrm>
            <a:off x="5007960" y="3505200"/>
            <a:ext cx="102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rgbClr val="00B050"/>
                </a:solidFill>
              </a:rPr>
              <a:t>2019-12-31</a:t>
            </a:r>
          </a:p>
          <a:p>
            <a:pPr algn="r"/>
            <a:r>
              <a:rPr lang="en-US" sz="900" dirty="0">
                <a:solidFill>
                  <a:srgbClr val="00B050"/>
                </a:solidFill>
              </a:rPr>
              <a:t>Last Snapshot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36102CD-2456-7041-D163-9EB3587BD8DE}"/>
              </a:ext>
            </a:extLst>
          </p:cNvPr>
          <p:cNvSpPr txBox="1"/>
          <p:nvPr/>
        </p:nvSpPr>
        <p:spPr>
          <a:xfrm>
            <a:off x="1256823" y="3874532"/>
            <a:ext cx="158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5">
                    <a:lumMod val="75000"/>
                  </a:schemeClr>
                </a:solidFill>
              </a:rPr>
              <a:t>2016-10-01</a:t>
            </a:r>
          </a:p>
          <a:p>
            <a:pPr algn="ctr"/>
            <a:r>
              <a:rPr lang="en-US" sz="1200" i="1" dirty="0">
                <a:solidFill>
                  <a:schemeClr val="accent5">
                    <a:lumMod val="75000"/>
                  </a:schemeClr>
                </a:solidFill>
              </a:rPr>
              <a:t>Promo to CAPTAIN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71239-29B6-4D88-8671-C2B7A0336C31}"/>
              </a:ext>
            </a:extLst>
          </p:cNvPr>
          <p:cNvSpPr txBox="1"/>
          <p:nvPr/>
        </p:nvSpPr>
        <p:spPr>
          <a:xfrm>
            <a:off x="6096000" y="3865602"/>
            <a:ext cx="82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1221 days</a:t>
            </a:r>
          </a:p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From CPT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E942E98-0DDB-028B-58BC-5542B2AD5892}"/>
              </a:ext>
            </a:extLst>
          </p:cNvPr>
          <p:cNvSpPr txBox="1"/>
          <p:nvPr/>
        </p:nvSpPr>
        <p:spPr>
          <a:xfrm>
            <a:off x="5267463" y="3865602"/>
            <a:ext cx="82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1187 days</a:t>
            </a:r>
          </a:p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From CPT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4179BA3-A7A7-42FB-F0A4-DEB826C82C87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2841257" y="4105364"/>
            <a:ext cx="2224946" cy="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7E64C36E-A93F-E04E-CC00-6F41AC863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9826" y="5099964"/>
          <a:ext cx="679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94500" imgH="419100" progId="Excel.Sheet.12">
                  <p:embed/>
                </p:oleObj>
              </mc:Choice>
              <mc:Fallback>
                <p:oleObj name="Worksheet" r:id="rId2" imgW="6794500" imgH="419100" progId="Excel.Sheet.12">
                  <p:embed/>
                  <p:pic>
                    <p:nvPicPr>
                      <p:cNvPr id="108" name="Object 107">
                        <a:extLst>
                          <a:ext uri="{FF2B5EF4-FFF2-40B4-BE49-F238E27FC236}">
                            <a16:creationId xmlns:a16="http://schemas.microsoft.com/office/drawing/2014/main" id="{7E64C36E-A93F-E04E-CC00-6F41AC863B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9826" y="5099964"/>
                        <a:ext cx="6794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0C6E78C7-83E1-55C6-CD72-1C7551409A2E}"/>
              </a:ext>
            </a:extLst>
          </p:cNvPr>
          <p:cNvSpPr txBox="1"/>
          <p:nvPr/>
        </p:nvSpPr>
        <p:spPr>
          <a:xfrm>
            <a:off x="4938557" y="4707350"/>
            <a:ext cx="2637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3"/>
                </a:solidFill>
              </a:rPr>
              <a:t>Officer’s Survival Record Entry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3F7A4D9-C377-569A-A711-CB0DF177F4B1}"/>
              </a:ext>
            </a:extLst>
          </p:cNvPr>
          <p:cNvSpPr txBox="1"/>
          <p:nvPr/>
        </p:nvSpPr>
        <p:spPr>
          <a:xfrm>
            <a:off x="4031700" y="339231"/>
            <a:ext cx="4071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432FF"/>
                </a:solidFill>
              </a:rPr>
              <a:t>Officer’s Timeline</a:t>
            </a:r>
          </a:p>
          <a:p>
            <a:pPr algn="ctr"/>
            <a:r>
              <a:rPr lang="en-US" sz="1600" b="1" i="1" dirty="0">
                <a:solidFill>
                  <a:srgbClr val="0432FF"/>
                </a:solidFill>
              </a:rPr>
              <a:t>using ‘backward paint’ method </a:t>
            </a:r>
            <a:endParaRPr lang="en-US" sz="3200" b="1" i="1" dirty="0">
              <a:solidFill>
                <a:srgbClr val="0432FF"/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4CA8B00-41EA-6D2D-35B4-02C73D57F7CE}"/>
              </a:ext>
            </a:extLst>
          </p:cNvPr>
          <p:cNvGrpSpPr/>
          <p:nvPr/>
        </p:nvGrpSpPr>
        <p:grpSpPr>
          <a:xfrm>
            <a:off x="8627099" y="1219568"/>
            <a:ext cx="1027227" cy="1388109"/>
            <a:chOff x="532913" y="5099964"/>
            <a:chExt cx="1027227" cy="1388109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77602D5-1847-1D7F-D937-B8ED06FA3A2B}"/>
                </a:ext>
              </a:extLst>
            </p:cNvPr>
            <p:cNvCxnSpPr>
              <a:cxnSpLocks/>
            </p:cNvCxnSpPr>
            <p:nvPr/>
          </p:nvCxnSpPr>
          <p:spPr>
            <a:xfrm>
              <a:off x="1041478" y="5607795"/>
              <a:ext cx="5048" cy="880278"/>
            </a:xfrm>
            <a:prstGeom prst="line">
              <a:avLst/>
            </a:prstGeom>
            <a:ln>
              <a:solidFill>
                <a:srgbClr val="FFC000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235AA13-669A-4C51-0921-9B95811F4C51}"/>
                </a:ext>
              </a:extLst>
            </p:cNvPr>
            <p:cNvSpPr txBox="1"/>
            <p:nvPr/>
          </p:nvSpPr>
          <p:spPr>
            <a:xfrm>
              <a:off x="532913" y="5099964"/>
              <a:ext cx="102722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C000"/>
                  </a:solidFill>
                </a:rPr>
                <a:t>2020-08-19</a:t>
              </a:r>
            </a:p>
            <a:p>
              <a:pPr algn="ctr"/>
              <a:r>
                <a:rPr lang="en-US" sz="900" b="1" dirty="0">
                  <a:solidFill>
                    <a:srgbClr val="FFC000"/>
                  </a:solidFill>
                </a:rPr>
                <a:t>Eval thru date</a:t>
              </a:r>
            </a:p>
            <a:p>
              <a:pPr algn="ctr"/>
              <a:r>
                <a:rPr lang="en-US" sz="900" b="1" dirty="0">
                  <a:solidFill>
                    <a:srgbClr val="FFC000"/>
                  </a:solidFill>
                </a:rPr>
                <a:t>“50”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81A9A2B-C37F-3527-C922-639581BB8207}"/>
              </a:ext>
            </a:extLst>
          </p:cNvPr>
          <p:cNvSpPr/>
          <p:nvPr/>
        </p:nvSpPr>
        <p:spPr>
          <a:xfrm>
            <a:off x="381000" y="2000526"/>
            <a:ext cx="2673472" cy="195405"/>
          </a:xfrm>
          <a:prstGeom prst="rect">
            <a:avLst/>
          </a:prstGeom>
          <a:solidFill>
            <a:srgbClr val="FF9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 Credit = “40”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35C92E8-077C-CB34-BFE7-6B4122DDE953}"/>
              </a:ext>
            </a:extLst>
          </p:cNvPr>
          <p:cNvSpPr/>
          <p:nvPr/>
        </p:nvSpPr>
        <p:spPr>
          <a:xfrm>
            <a:off x="3069614" y="2002988"/>
            <a:ext cx="5362093" cy="1954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 Credit = “50”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432D6B5-8F18-F392-2959-0ABFB0F187BF}"/>
              </a:ext>
            </a:extLst>
          </p:cNvPr>
          <p:cNvSpPr/>
          <p:nvPr/>
        </p:nvSpPr>
        <p:spPr>
          <a:xfrm>
            <a:off x="369033" y="2018863"/>
            <a:ext cx="575187" cy="15875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B8955E8-A676-1AF5-7D39-4C06ED914DD8}"/>
              </a:ext>
            </a:extLst>
          </p:cNvPr>
          <p:cNvCxnSpPr>
            <a:cxnSpLocks/>
            <a:stCxn id="101" idx="1"/>
          </p:cNvCxnSpPr>
          <p:nvPr/>
        </p:nvCxnSpPr>
        <p:spPr>
          <a:xfrm flipH="1" flipV="1">
            <a:off x="429129" y="4105364"/>
            <a:ext cx="827694" cy="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5DF50B-51CD-463A-6907-303EBCB5A92D}"/>
              </a:ext>
            </a:extLst>
          </p:cNvPr>
          <p:cNvGrpSpPr/>
          <p:nvPr/>
        </p:nvGrpSpPr>
        <p:grpSpPr>
          <a:xfrm>
            <a:off x="381000" y="2895600"/>
            <a:ext cx="11601460" cy="279400"/>
            <a:chOff x="381000" y="2895600"/>
            <a:chExt cx="11601460" cy="2794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C3F050-9390-0784-2AD9-82CA4E2A0898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783D8E8-F9E3-0FE5-0F7F-358E38C6A4C2}"/>
                </a:ext>
              </a:extLst>
            </p:cNvPr>
            <p:cNvCxnSpPr>
              <a:cxnSpLocks/>
            </p:cNvCxnSpPr>
            <p:nvPr/>
          </p:nvCxnSpPr>
          <p:spPr>
            <a:xfrm>
              <a:off x="82721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E9CD672-6C57-AFE2-9CD0-C8B1684DCFA2}"/>
                </a:ext>
              </a:extLst>
            </p:cNvPr>
            <p:cNvCxnSpPr>
              <a:cxnSpLocks/>
            </p:cNvCxnSpPr>
            <p:nvPr/>
          </p:nvCxnSpPr>
          <p:spPr>
            <a:xfrm>
              <a:off x="127342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FF05C8-F7C4-979E-A974-8B75A76BC4F8}"/>
                </a:ext>
              </a:extLst>
            </p:cNvPr>
            <p:cNvCxnSpPr>
              <a:cxnSpLocks/>
            </p:cNvCxnSpPr>
            <p:nvPr/>
          </p:nvCxnSpPr>
          <p:spPr>
            <a:xfrm>
              <a:off x="171963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32DEBC-EE06-9FA9-74EA-B229A5AE14B9}"/>
                </a:ext>
              </a:extLst>
            </p:cNvPr>
            <p:cNvCxnSpPr>
              <a:cxnSpLocks/>
            </p:cNvCxnSpPr>
            <p:nvPr/>
          </p:nvCxnSpPr>
          <p:spPr>
            <a:xfrm>
              <a:off x="216584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6B12F9-FCCD-F7A2-144C-84EA096D45E4}"/>
                </a:ext>
              </a:extLst>
            </p:cNvPr>
            <p:cNvCxnSpPr>
              <a:cxnSpLocks/>
            </p:cNvCxnSpPr>
            <p:nvPr/>
          </p:nvCxnSpPr>
          <p:spPr>
            <a:xfrm>
              <a:off x="261205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67FA209-5EA4-3440-CC2D-3EB256266442}"/>
                </a:ext>
              </a:extLst>
            </p:cNvPr>
            <p:cNvCxnSpPr>
              <a:cxnSpLocks/>
            </p:cNvCxnSpPr>
            <p:nvPr/>
          </p:nvCxnSpPr>
          <p:spPr>
            <a:xfrm>
              <a:off x="305826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4229181-E11B-9D59-AF60-F53819AECFB4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7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AFD865-8336-9508-E349-B2D1F64448BC}"/>
                </a:ext>
              </a:extLst>
            </p:cNvPr>
            <p:cNvCxnSpPr>
              <a:cxnSpLocks/>
            </p:cNvCxnSpPr>
            <p:nvPr/>
          </p:nvCxnSpPr>
          <p:spPr>
            <a:xfrm>
              <a:off x="395068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BB3EEA0-6957-6EB8-9406-453200965CE2}"/>
                </a:ext>
              </a:extLst>
            </p:cNvPr>
            <p:cNvCxnSpPr>
              <a:cxnSpLocks/>
            </p:cNvCxnSpPr>
            <p:nvPr/>
          </p:nvCxnSpPr>
          <p:spPr>
            <a:xfrm>
              <a:off x="439689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7EB4F5C-C5BE-E546-B604-5752385D3167}"/>
                </a:ext>
              </a:extLst>
            </p:cNvPr>
            <p:cNvCxnSpPr>
              <a:cxnSpLocks/>
            </p:cNvCxnSpPr>
            <p:nvPr/>
          </p:nvCxnSpPr>
          <p:spPr>
            <a:xfrm>
              <a:off x="484310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ACC83CE-302F-FE7A-CB01-AAEA2A699D40}"/>
                </a:ext>
              </a:extLst>
            </p:cNvPr>
            <p:cNvCxnSpPr>
              <a:cxnSpLocks/>
            </p:cNvCxnSpPr>
            <p:nvPr/>
          </p:nvCxnSpPr>
          <p:spPr>
            <a:xfrm>
              <a:off x="528931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B1A3E76-7CDB-7EB4-3B61-1BD9857A54FF}"/>
                </a:ext>
              </a:extLst>
            </p:cNvPr>
            <p:cNvCxnSpPr>
              <a:cxnSpLocks/>
            </p:cNvCxnSpPr>
            <p:nvPr/>
          </p:nvCxnSpPr>
          <p:spPr>
            <a:xfrm>
              <a:off x="573552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3EEE0B6-09F1-5971-81EA-ADBA9B0D740E}"/>
                </a:ext>
              </a:extLst>
            </p:cNvPr>
            <p:cNvCxnSpPr>
              <a:cxnSpLocks/>
            </p:cNvCxnSpPr>
            <p:nvPr/>
          </p:nvCxnSpPr>
          <p:spPr>
            <a:xfrm>
              <a:off x="618173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EFC98D3-B7F0-C0DF-C11D-948E66E502DD}"/>
                </a:ext>
              </a:extLst>
            </p:cNvPr>
            <p:cNvCxnSpPr>
              <a:cxnSpLocks/>
            </p:cNvCxnSpPr>
            <p:nvPr/>
          </p:nvCxnSpPr>
          <p:spPr>
            <a:xfrm>
              <a:off x="662794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491D236-54FF-0346-7E48-EAC8A5E1ED0D}"/>
                </a:ext>
              </a:extLst>
            </p:cNvPr>
            <p:cNvCxnSpPr>
              <a:cxnSpLocks/>
            </p:cNvCxnSpPr>
            <p:nvPr/>
          </p:nvCxnSpPr>
          <p:spPr>
            <a:xfrm>
              <a:off x="707415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55181D8-2073-539B-F062-5E94E6A145EA}"/>
                </a:ext>
              </a:extLst>
            </p:cNvPr>
            <p:cNvCxnSpPr>
              <a:cxnSpLocks/>
            </p:cNvCxnSpPr>
            <p:nvPr/>
          </p:nvCxnSpPr>
          <p:spPr>
            <a:xfrm>
              <a:off x="752036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9D86D69-456B-1FAF-1CCA-CCB454937D86}"/>
                </a:ext>
              </a:extLst>
            </p:cNvPr>
            <p:cNvCxnSpPr>
              <a:cxnSpLocks/>
            </p:cNvCxnSpPr>
            <p:nvPr/>
          </p:nvCxnSpPr>
          <p:spPr>
            <a:xfrm>
              <a:off x="796657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6EA675C-3CA9-AB9B-E51F-10B0DA7A15D1}"/>
                </a:ext>
              </a:extLst>
            </p:cNvPr>
            <p:cNvCxnSpPr>
              <a:cxnSpLocks/>
            </p:cNvCxnSpPr>
            <p:nvPr/>
          </p:nvCxnSpPr>
          <p:spPr>
            <a:xfrm>
              <a:off x="841278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EFA6D72-F64A-67D0-997C-5614661B3909}"/>
                </a:ext>
              </a:extLst>
            </p:cNvPr>
            <p:cNvCxnSpPr>
              <a:cxnSpLocks/>
            </p:cNvCxnSpPr>
            <p:nvPr/>
          </p:nvCxnSpPr>
          <p:spPr>
            <a:xfrm>
              <a:off x="885899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5E52A17-458C-FCA7-701F-93B9EEF9894C}"/>
                </a:ext>
              </a:extLst>
            </p:cNvPr>
            <p:cNvCxnSpPr>
              <a:cxnSpLocks/>
            </p:cNvCxnSpPr>
            <p:nvPr/>
          </p:nvCxnSpPr>
          <p:spPr>
            <a:xfrm>
              <a:off x="930520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4EC6626-5BC4-E13B-EBBC-0B91D3AB18B2}"/>
                </a:ext>
              </a:extLst>
            </p:cNvPr>
            <p:cNvCxnSpPr>
              <a:cxnSpLocks/>
            </p:cNvCxnSpPr>
            <p:nvPr/>
          </p:nvCxnSpPr>
          <p:spPr>
            <a:xfrm>
              <a:off x="975141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4F8FE8C-25E9-1E0E-53E0-BB34DB2798BD}"/>
                </a:ext>
              </a:extLst>
            </p:cNvPr>
            <p:cNvCxnSpPr>
              <a:cxnSpLocks/>
            </p:cNvCxnSpPr>
            <p:nvPr/>
          </p:nvCxnSpPr>
          <p:spPr>
            <a:xfrm>
              <a:off x="1019762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FB11D99-3A9A-2C93-81F6-1E857A1D20EB}"/>
                </a:ext>
              </a:extLst>
            </p:cNvPr>
            <p:cNvCxnSpPr>
              <a:cxnSpLocks/>
            </p:cNvCxnSpPr>
            <p:nvPr/>
          </p:nvCxnSpPr>
          <p:spPr>
            <a:xfrm>
              <a:off x="1064383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31761E3-1497-F04A-D96F-A1759FB6336C}"/>
                </a:ext>
              </a:extLst>
            </p:cNvPr>
            <p:cNvCxnSpPr>
              <a:cxnSpLocks/>
            </p:cNvCxnSpPr>
            <p:nvPr/>
          </p:nvCxnSpPr>
          <p:spPr>
            <a:xfrm>
              <a:off x="1109004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7450342-640C-F53B-974B-2CCEFBD5B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3625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6E6076B-3416-8A1C-E86B-813F2407198C}"/>
                </a:ext>
              </a:extLst>
            </p:cNvPr>
            <p:cNvCxnSpPr>
              <a:cxnSpLocks/>
            </p:cNvCxnSpPr>
            <p:nvPr/>
          </p:nvCxnSpPr>
          <p:spPr>
            <a:xfrm>
              <a:off x="1198245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FC775EA-5B29-22C4-B45D-0A9FB5FD836A}"/>
                </a:ext>
              </a:extLst>
            </p:cNvPr>
            <p:cNvSpPr txBox="1"/>
            <p:nvPr/>
          </p:nvSpPr>
          <p:spPr>
            <a:xfrm>
              <a:off x="38100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JAN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41A99FB-2323-71A2-9B1E-B157CCD4C98F}"/>
                </a:ext>
              </a:extLst>
            </p:cNvPr>
            <p:cNvSpPr txBox="1"/>
            <p:nvPr/>
          </p:nvSpPr>
          <p:spPr>
            <a:xfrm>
              <a:off x="82721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6E6A108-BF0C-403E-9C2B-D21205109143}"/>
                </a:ext>
              </a:extLst>
            </p:cNvPr>
            <p:cNvSpPr txBox="1"/>
            <p:nvPr/>
          </p:nvSpPr>
          <p:spPr>
            <a:xfrm>
              <a:off x="127342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7FC6A1E-F154-9C28-3F0D-87FA0E0BB2E4}"/>
                </a:ext>
              </a:extLst>
            </p:cNvPr>
            <p:cNvSpPr txBox="1"/>
            <p:nvPr/>
          </p:nvSpPr>
          <p:spPr>
            <a:xfrm>
              <a:off x="171963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APR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A924CD5-FF4E-E42A-7CF1-A44A04BCCD5D}"/>
                </a:ext>
              </a:extLst>
            </p:cNvPr>
            <p:cNvSpPr txBox="1"/>
            <p:nvPr/>
          </p:nvSpPr>
          <p:spPr>
            <a:xfrm>
              <a:off x="216584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MAY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DA2B224-00CB-D74A-46B0-C9FDA3F3B715}"/>
                </a:ext>
              </a:extLst>
            </p:cNvPr>
            <p:cNvSpPr txBox="1"/>
            <p:nvPr/>
          </p:nvSpPr>
          <p:spPr>
            <a:xfrm>
              <a:off x="261205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JUN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62D9901-0625-101A-07B1-821A648132F1}"/>
                </a:ext>
              </a:extLst>
            </p:cNvPr>
            <p:cNvSpPr txBox="1"/>
            <p:nvPr/>
          </p:nvSpPr>
          <p:spPr>
            <a:xfrm>
              <a:off x="305826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JUL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CE6C4FC-53CD-BCDD-75A2-CE994D9DA8A1}"/>
                </a:ext>
              </a:extLst>
            </p:cNvPr>
            <p:cNvSpPr txBox="1"/>
            <p:nvPr/>
          </p:nvSpPr>
          <p:spPr>
            <a:xfrm>
              <a:off x="350447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AUG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4AACEBD-7AE9-A600-3252-DAE83D924002}"/>
                </a:ext>
              </a:extLst>
            </p:cNvPr>
            <p:cNvSpPr txBox="1"/>
            <p:nvPr/>
          </p:nvSpPr>
          <p:spPr>
            <a:xfrm>
              <a:off x="395068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SEP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6F0EE81-731D-55BE-F254-484D0FA49FA7}"/>
                </a:ext>
              </a:extLst>
            </p:cNvPr>
            <p:cNvSpPr txBox="1"/>
            <p:nvPr/>
          </p:nvSpPr>
          <p:spPr>
            <a:xfrm>
              <a:off x="439689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OCT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81D5EF2-0AC8-15E1-B580-63D2D38A7FFE}"/>
                </a:ext>
              </a:extLst>
            </p:cNvPr>
            <p:cNvSpPr txBox="1"/>
            <p:nvPr/>
          </p:nvSpPr>
          <p:spPr>
            <a:xfrm>
              <a:off x="484310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NOV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13F42D5-430F-6B92-B42A-29AB5E32D051}"/>
                </a:ext>
              </a:extLst>
            </p:cNvPr>
            <p:cNvSpPr txBox="1"/>
            <p:nvPr/>
          </p:nvSpPr>
          <p:spPr>
            <a:xfrm>
              <a:off x="528931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87C7923-DC4C-EDDC-CAD8-ED42FE813EB0}"/>
                </a:ext>
              </a:extLst>
            </p:cNvPr>
            <p:cNvSpPr txBox="1"/>
            <p:nvPr/>
          </p:nvSpPr>
          <p:spPr>
            <a:xfrm>
              <a:off x="573552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JAN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0901410-AAB4-BCB1-C602-CB71E5BA8F7C}"/>
                </a:ext>
              </a:extLst>
            </p:cNvPr>
            <p:cNvSpPr txBox="1"/>
            <p:nvPr/>
          </p:nvSpPr>
          <p:spPr>
            <a:xfrm>
              <a:off x="618173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D70A68C-D70B-86AB-3834-F0C9EDE53E70}"/>
                </a:ext>
              </a:extLst>
            </p:cNvPr>
            <p:cNvSpPr txBox="1"/>
            <p:nvPr/>
          </p:nvSpPr>
          <p:spPr>
            <a:xfrm>
              <a:off x="662794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70CE4D8-3A01-F42F-2E03-AC4E64909D65}"/>
                </a:ext>
              </a:extLst>
            </p:cNvPr>
            <p:cNvSpPr txBox="1"/>
            <p:nvPr/>
          </p:nvSpPr>
          <p:spPr>
            <a:xfrm>
              <a:off x="707415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APR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387B281-A042-0C95-1B5D-FC8B87A0E187}"/>
                </a:ext>
              </a:extLst>
            </p:cNvPr>
            <p:cNvSpPr txBox="1"/>
            <p:nvPr/>
          </p:nvSpPr>
          <p:spPr>
            <a:xfrm>
              <a:off x="752036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MAY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188E038-6B77-F655-CA86-213B13A52FEB}"/>
                </a:ext>
              </a:extLst>
            </p:cNvPr>
            <p:cNvSpPr txBox="1"/>
            <p:nvPr/>
          </p:nvSpPr>
          <p:spPr>
            <a:xfrm>
              <a:off x="796657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JUN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41847A2-6256-E1E1-436E-EA009A6AE085}"/>
                </a:ext>
              </a:extLst>
            </p:cNvPr>
            <p:cNvSpPr txBox="1"/>
            <p:nvPr/>
          </p:nvSpPr>
          <p:spPr>
            <a:xfrm>
              <a:off x="841278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JUL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4603864-B130-A1AE-E630-7FEF94920DF4}"/>
                </a:ext>
              </a:extLst>
            </p:cNvPr>
            <p:cNvSpPr txBox="1"/>
            <p:nvPr/>
          </p:nvSpPr>
          <p:spPr>
            <a:xfrm>
              <a:off x="885899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AUG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209F1ED-09C5-839E-89BF-04034EB7BE2B}"/>
                </a:ext>
              </a:extLst>
            </p:cNvPr>
            <p:cNvSpPr txBox="1"/>
            <p:nvPr/>
          </p:nvSpPr>
          <p:spPr>
            <a:xfrm>
              <a:off x="930520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SEP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F23D813-FBE8-D47F-45F0-FD9371217874}"/>
                </a:ext>
              </a:extLst>
            </p:cNvPr>
            <p:cNvSpPr txBox="1"/>
            <p:nvPr/>
          </p:nvSpPr>
          <p:spPr>
            <a:xfrm>
              <a:off x="975141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D3AAE9B-7A64-2E02-DB79-07CE5E82333B}"/>
                </a:ext>
              </a:extLst>
            </p:cNvPr>
            <p:cNvSpPr txBox="1"/>
            <p:nvPr/>
          </p:nvSpPr>
          <p:spPr>
            <a:xfrm>
              <a:off x="1019762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NOV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20ED175-21FA-22DF-3ABF-177475732404}"/>
                </a:ext>
              </a:extLst>
            </p:cNvPr>
            <p:cNvSpPr txBox="1"/>
            <p:nvPr/>
          </p:nvSpPr>
          <p:spPr>
            <a:xfrm>
              <a:off x="10643836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99F4BBD-F942-5C40-B7DC-4006A25CEAC1}"/>
                </a:ext>
              </a:extLst>
            </p:cNvPr>
            <p:cNvSpPr txBox="1"/>
            <p:nvPr/>
          </p:nvSpPr>
          <p:spPr>
            <a:xfrm>
              <a:off x="1109004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JAN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CB69B46A-ACA2-B07F-477F-57BE9F98C0BB}"/>
                </a:ext>
              </a:extLst>
            </p:cNvPr>
            <p:cNvSpPr txBox="1"/>
            <p:nvPr/>
          </p:nvSpPr>
          <p:spPr>
            <a:xfrm>
              <a:off x="1153625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9528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9AD6-FBE9-6145-7B81-C97961AA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5ECA912-DDE6-798F-8580-015A43814F4B}"/>
              </a:ext>
            </a:extLst>
          </p:cNvPr>
          <p:cNvGrpSpPr/>
          <p:nvPr/>
        </p:nvGrpSpPr>
        <p:grpSpPr>
          <a:xfrm>
            <a:off x="381000" y="2895600"/>
            <a:ext cx="11601460" cy="279400"/>
            <a:chOff x="381000" y="2895600"/>
            <a:chExt cx="11601460" cy="2794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E405352-2C28-E548-43D2-07904DD9BF20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5FB6E9-C32D-3B52-CBF6-1AF4B30CD6E0}"/>
                </a:ext>
              </a:extLst>
            </p:cNvPr>
            <p:cNvCxnSpPr>
              <a:cxnSpLocks/>
            </p:cNvCxnSpPr>
            <p:nvPr/>
          </p:nvCxnSpPr>
          <p:spPr>
            <a:xfrm>
              <a:off x="82721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8A00C6-57AE-E603-3174-EDBB0599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7342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BB031CE-9E0A-1F5D-1305-1168F17C14B1}"/>
                </a:ext>
              </a:extLst>
            </p:cNvPr>
            <p:cNvCxnSpPr>
              <a:cxnSpLocks/>
            </p:cNvCxnSpPr>
            <p:nvPr/>
          </p:nvCxnSpPr>
          <p:spPr>
            <a:xfrm>
              <a:off x="171963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39C3807-7B70-2714-CDED-9F97629287BA}"/>
                </a:ext>
              </a:extLst>
            </p:cNvPr>
            <p:cNvCxnSpPr>
              <a:cxnSpLocks/>
            </p:cNvCxnSpPr>
            <p:nvPr/>
          </p:nvCxnSpPr>
          <p:spPr>
            <a:xfrm>
              <a:off x="216584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0D66A3D-C895-93AA-1FFD-BC8D0161D825}"/>
                </a:ext>
              </a:extLst>
            </p:cNvPr>
            <p:cNvCxnSpPr>
              <a:cxnSpLocks/>
            </p:cNvCxnSpPr>
            <p:nvPr/>
          </p:nvCxnSpPr>
          <p:spPr>
            <a:xfrm>
              <a:off x="261205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422248-F732-EDBD-70AF-612101DC61F1}"/>
                </a:ext>
              </a:extLst>
            </p:cNvPr>
            <p:cNvCxnSpPr>
              <a:cxnSpLocks/>
            </p:cNvCxnSpPr>
            <p:nvPr/>
          </p:nvCxnSpPr>
          <p:spPr>
            <a:xfrm>
              <a:off x="305826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2A574F-C53C-6478-B20A-D24586F8503E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7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AA96309-9F7C-EA64-33F0-78079C9E9E45}"/>
                </a:ext>
              </a:extLst>
            </p:cNvPr>
            <p:cNvCxnSpPr>
              <a:cxnSpLocks/>
            </p:cNvCxnSpPr>
            <p:nvPr/>
          </p:nvCxnSpPr>
          <p:spPr>
            <a:xfrm>
              <a:off x="395068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0F7089-2E40-C5AB-838B-5381DC4518D6}"/>
                </a:ext>
              </a:extLst>
            </p:cNvPr>
            <p:cNvCxnSpPr>
              <a:cxnSpLocks/>
            </p:cNvCxnSpPr>
            <p:nvPr/>
          </p:nvCxnSpPr>
          <p:spPr>
            <a:xfrm>
              <a:off x="439689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95F65E3-0E32-1543-2EF6-99F52EEE40EA}"/>
                </a:ext>
              </a:extLst>
            </p:cNvPr>
            <p:cNvCxnSpPr>
              <a:cxnSpLocks/>
            </p:cNvCxnSpPr>
            <p:nvPr/>
          </p:nvCxnSpPr>
          <p:spPr>
            <a:xfrm>
              <a:off x="484310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197F470-0873-1125-C66E-8201A3BD54D4}"/>
                </a:ext>
              </a:extLst>
            </p:cNvPr>
            <p:cNvCxnSpPr>
              <a:cxnSpLocks/>
            </p:cNvCxnSpPr>
            <p:nvPr/>
          </p:nvCxnSpPr>
          <p:spPr>
            <a:xfrm>
              <a:off x="528931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BBFADBD-BBF1-3C5C-4025-808836ECF99A}"/>
                </a:ext>
              </a:extLst>
            </p:cNvPr>
            <p:cNvCxnSpPr>
              <a:cxnSpLocks/>
            </p:cNvCxnSpPr>
            <p:nvPr/>
          </p:nvCxnSpPr>
          <p:spPr>
            <a:xfrm>
              <a:off x="573552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1011D14-5E0E-4D40-2F82-5F25AF2765D0}"/>
                </a:ext>
              </a:extLst>
            </p:cNvPr>
            <p:cNvCxnSpPr>
              <a:cxnSpLocks/>
            </p:cNvCxnSpPr>
            <p:nvPr/>
          </p:nvCxnSpPr>
          <p:spPr>
            <a:xfrm>
              <a:off x="618173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C630E09-E3A2-3494-1FA3-9F34BBB570D3}"/>
                </a:ext>
              </a:extLst>
            </p:cNvPr>
            <p:cNvCxnSpPr>
              <a:cxnSpLocks/>
            </p:cNvCxnSpPr>
            <p:nvPr/>
          </p:nvCxnSpPr>
          <p:spPr>
            <a:xfrm>
              <a:off x="662794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35B735A-2CC4-B8B2-A251-4AA644291381}"/>
                </a:ext>
              </a:extLst>
            </p:cNvPr>
            <p:cNvCxnSpPr>
              <a:cxnSpLocks/>
            </p:cNvCxnSpPr>
            <p:nvPr/>
          </p:nvCxnSpPr>
          <p:spPr>
            <a:xfrm>
              <a:off x="707415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4755177-41BC-E0E1-EF88-B332E4D06B23}"/>
                </a:ext>
              </a:extLst>
            </p:cNvPr>
            <p:cNvCxnSpPr>
              <a:cxnSpLocks/>
            </p:cNvCxnSpPr>
            <p:nvPr/>
          </p:nvCxnSpPr>
          <p:spPr>
            <a:xfrm>
              <a:off x="752036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77BE0FB-7707-6097-884B-EE46BA7A22C7}"/>
                </a:ext>
              </a:extLst>
            </p:cNvPr>
            <p:cNvCxnSpPr>
              <a:cxnSpLocks/>
            </p:cNvCxnSpPr>
            <p:nvPr/>
          </p:nvCxnSpPr>
          <p:spPr>
            <a:xfrm>
              <a:off x="796657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6B94BF-F39F-14E7-F216-11FFCA4B9602}"/>
                </a:ext>
              </a:extLst>
            </p:cNvPr>
            <p:cNvCxnSpPr>
              <a:cxnSpLocks/>
            </p:cNvCxnSpPr>
            <p:nvPr/>
          </p:nvCxnSpPr>
          <p:spPr>
            <a:xfrm>
              <a:off x="841278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86B158-3B40-6BC6-1987-235D92D71921}"/>
                </a:ext>
              </a:extLst>
            </p:cNvPr>
            <p:cNvCxnSpPr>
              <a:cxnSpLocks/>
            </p:cNvCxnSpPr>
            <p:nvPr/>
          </p:nvCxnSpPr>
          <p:spPr>
            <a:xfrm>
              <a:off x="885899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B0675E4-3B0F-433C-EC23-883D4C8D7987}"/>
                </a:ext>
              </a:extLst>
            </p:cNvPr>
            <p:cNvCxnSpPr>
              <a:cxnSpLocks/>
            </p:cNvCxnSpPr>
            <p:nvPr/>
          </p:nvCxnSpPr>
          <p:spPr>
            <a:xfrm>
              <a:off x="930520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DF14403-6D2D-C1FF-05EE-920B30CC5BEB}"/>
                </a:ext>
              </a:extLst>
            </p:cNvPr>
            <p:cNvCxnSpPr>
              <a:cxnSpLocks/>
            </p:cNvCxnSpPr>
            <p:nvPr/>
          </p:nvCxnSpPr>
          <p:spPr>
            <a:xfrm>
              <a:off x="975141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D5C8767-9C04-D045-E115-508311EC134A}"/>
                </a:ext>
              </a:extLst>
            </p:cNvPr>
            <p:cNvCxnSpPr>
              <a:cxnSpLocks/>
            </p:cNvCxnSpPr>
            <p:nvPr/>
          </p:nvCxnSpPr>
          <p:spPr>
            <a:xfrm>
              <a:off x="1019762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12EFF98-EA92-B45D-E796-AE6C93DEB331}"/>
                </a:ext>
              </a:extLst>
            </p:cNvPr>
            <p:cNvCxnSpPr>
              <a:cxnSpLocks/>
            </p:cNvCxnSpPr>
            <p:nvPr/>
          </p:nvCxnSpPr>
          <p:spPr>
            <a:xfrm>
              <a:off x="1064383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C8BCC8A-2DB4-CB35-99B4-E1F35C30D429}"/>
                </a:ext>
              </a:extLst>
            </p:cNvPr>
            <p:cNvCxnSpPr>
              <a:cxnSpLocks/>
            </p:cNvCxnSpPr>
            <p:nvPr/>
          </p:nvCxnSpPr>
          <p:spPr>
            <a:xfrm>
              <a:off x="11090040" y="2895600"/>
              <a:ext cx="0" cy="27940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4271926-8993-43B0-1CC1-3536F6A167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3625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E1D083F-95C4-E775-B52F-435CE5D67BDC}"/>
                </a:ext>
              </a:extLst>
            </p:cNvPr>
            <p:cNvCxnSpPr>
              <a:cxnSpLocks/>
            </p:cNvCxnSpPr>
            <p:nvPr/>
          </p:nvCxnSpPr>
          <p:spPr>
            <a:xfrm>
              <a:off x="11982450" y="2895600"/>
              <a:ext cx="0" cy="279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E0C759D-686F-911D-5C8A-BB73F391AF2A}"/>
                </a:ext>
              </a:extLst>
            </p:cNvPr>
            <p:cNvSpPr txBox="1"/>
            <p:nvPr/>
          </p:nvSpPr>
          <p:spPr>
            <a:xfrm>
              <a:off x="38100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208F8E7-DFD4-4BFD-456C-FE420CA4B6E5}"/>
                </a:ext>
              </a:extLst>
            </p:cNvPr>
            <p:cNvSpPr txBox="1"/>
            <p:nvPr/>
          </p:nvSpPr>
          <p:spPr>
            <a:xfrm>
              <a:off x="82721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812F180-4BED-3DA3-2619-4F133E42A465}"/>
                </a:ext>
              </a:extLst>
            </p:cNvPr>
            <p:cNvSpPr txBox="1"/>
            <p:nvPr/>
          </p:nvSpPr>
          <p:spPr>
            <a:xfrm>
              <a:off x="127342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8D28ADA-6755-BF97-64EC-C87F6A24129E}"/>
                </a:ext>
              </a:extLst>
            </p:cNvPr>
            <p:cNvSpPr txBox="1"/>
            <p:nvPr/>
          </p:nvSpPr>
          <p:spPr>
            <a:xfrm>
              <a:off x="171963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67ABAD9-C62C-3813-DEEE-C2A11B87376B}"/>
                </a:ext>
              </a:extLst>
            </p:cNvPr>
            <p:cNvSpPr txBox="1"/>
            <p:nvPr/>
          </p:nvSpPr>
          <p:spPr>
            <a:xfrm>
              <a:off x="216584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98AC280-F9D5-272E-F843-774D917CE90D}"/>
                </a:ext>
              </a:extLst>
            </p:cNvPr>
            <p:cNvSpPr txBox="1"/>
            <p:nvPr/>
          </p:nvSpPr>
          <p:spPr>
            <a:xfrm>
              <a:off x="261205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A2D883D-EADC-AA02-7888-54861E201F64}"/>
                </a:ext>
              </a:extLst>
            </p:cNvPr>
            <p:cNvSpPr txBox="1"/>
            <p:nvPr/>
          </p:nvSpPr>
          <p:spPr>
            <a:xfrm>
              <a:off x="305826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DDF399A-0A23-1FB7-2530-73FCEA244189}"/>
                </a:ext>
              </a:extLst>
            </p:cNvPr>
            <p:cNvSpPr txBox="1"/>
            <p:nvPr/>
          </p:nvSpPr>
          <p:spPr>
            <a:xfrm>
              <a:off x="350447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AUG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F649862-6998-3B1A-3E33-77441F1283D9}"/>
                </a:ext>
              </a:extLst>
            </p:cNvPr>
            <p:cNvSpPr txBox="1"/>
            <p:nvPr/>
          </p:nvSpPr>
          <p:spPr>
            <a:xfrm>
              <a:off x="395068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SEP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1CAB30D-2739-1F24-B7CB-330FF92A3F4F}"/>
                </a:ext>
              </a:extLst>
            </p:cNvPr>
            <p:cNvSpPr txBox="1"/>
            <p:nvPr/>
          </p:nvSpPr>
          <p:spPr>
            <a:xfrm>
              <a:off x="439689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OCT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191FF5-8216-EAD1-AD3A-121AC9BB64CF}"/>
                </a:ext>
              </a:extLst>
            </p:cNvPr>
            <p:cNvSpPr txBox="1"/>
            <p:nvPr/>
          </p:nvSpPr>
          <p:spPr>
            <a:xfrm>
              <a:off x="4843100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NOV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D28AFD0-2F60-7DE3-4859-205D5C7512F7}"/>
                </a:ext>
              </a:extLst>
            </p:cNvPr>
            <p:cNvSpPr txBox="1"/>
            <p:nvPr/>
          </p:nvSpPr>
          <p:spPr>
            <a:xfrm>
              <a:off x="528931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320EAA-ECF2-F2BF-DFF7-122D45736F35}"/>
                </a:ext>
              </a:extLst>
            </p:cNvPr>
            <p:cNvSpPr txBox="1"/>
            <p:nvPr/>
          </p:nvSpPr>
          <p:spPr>
            <a:xfrm>
              <a:off x="573552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518ED37-5A68-3E93-13CC-FF40729B7F83}"/>
                </a:ext>
              </a:extLst>
            </p:cNvPr>
            <p:cNvSpPr txBox="1"/>
            <p:nvPr/>
          </p:nvSpPr>
          <p:spPr>
            <a:xfrm>
              <a:off x="618173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9A7A93F-58E6-6E55-D013-8DB3AC2911D1}"/>
                </a:ext>
              </a:extLst>
            </p:cNvPr>
            <p:cNvSpPr txBox="1"/>
            <p:nvPr/>
          </p:nvSpPr>
          <p:spPr>
            <a:xfrm>
              <a:off x="662794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06773DB-04AE-30AA-BA74-B149063EC703}"/>
                </a:ext>
              </a:extLst>
            </p:cNvPr>
            <p:cNvSpPr txBox="1"/>
            <p:nvPr/>
          </p:nvSpPr>
          <p:spPr>
            <a:xfrm>
              <a:off x="707415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0027991-FE27-ED21-721E-7D8125891EC3}"/>
                </a:ext>
              </a:extLst>
            </p:cNvPr>
            <p:cNvSpPr txBox="1"/>
            <p:nvPr/>
          </p:nvSpPr>
          <p:spPr>
            <a:xfrm>
              <a:off x="752036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994898-8996-4F17-E66C-C4875F904C4B}"/>
                </a:ext>
              </a:extLst>
            </p:cNvPr>
            <p:cNvSpPr txBox="1"/>
            <p:nvPr/>
          </p:nvSpPr>
          <p:spPr>
            <a:xfrm>
              <a:off x="796657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DA192AF-FDAA-69C2-79EA-0ED4C9DECC1B}"/>
                </a:ext>
              </a:extLst>
            </p:cNvPr>
            <p:cNvSpPr txBox="1"/>
            <p:nvPr/>
          </p:nvSpPr>
          <p:spPr>
            <a:xfrm>
              <a:off x="841278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JUL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FD6589F-C6F4-DC0A-9768-496840E8A5F3}"/>
                </a:ext>
              </a:extLst>
            </p:cNvPr>
            <p:cNvSpPr txBox="1"/>
            <p:nvPr/>
          </p:nvSpPr>
          <p:spPr>
            <a:xfrm>
              <a:off x="885899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62B6D0-8A89-8AA7-D150-01B080D3698C}"/>
                </a:ext>
              </a:extLst>
            </p:cNvPr>
            <p:cNvSpPr txBox="1"/>
            <p:nvPr/>
          </p:nvSpPr>
          <p:spPr>
            <a:xfrm>
              <a:off x="930520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SEP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E5E3AD7-E632-ECA5-BB41-79FE949A5E01}"/>
                </a:ext>
              </a:extLst>
            </p:cNvPr>
            <p:cNvSpPr txBox="1"/>
            <p:nvPr/>
          </p:nvSpPr>
          <p:spPr>
            <a:xfrm>
              <a:off x="975141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OCT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A3D351-6347-9F2F-18C7-51E46FFF14C1}"/>
                </a:ext>
              </a:extLst>
            </p:cNvPr>
            <p:cNvSpPr txBox="1"/>
            <p:nvPr/>
          </p:nvSpPr>
          <p:spPr>
            <a:xfrm>
              <a:off x="1019762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NOV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B70F5CC-24BF-71C6-45A1-71BB7ECEED74}"/>
                </a:ext>
              </a:extLst>
            </p:cNvPr>
            <p:cNvSpPr txBox="1"/>
            <p:nvPr/>
          </p:nvSpPr>
          <p:spPr>
            <a:xfrm>
              <a:off x="10643836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DEC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75BDBAA-40AB-909D-9A18-72BACF953FDB}"/>
                </a:ext>
              </a:extLst>
            </p:cNvPr>
            <p:cNvSpPr txBox="1"/>
            <p:nvPr/>
          </p:nvSpPr>
          <p:spPr>
            <a:xfrm>
              <a:off x="1109004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043A218-FD98-727C-9509-D3EC1292EAAF}"/>
                </a:ext>
              </a:extLst>
            </p:cNvPr>
            <p:cNvSpPr txBox="1"/>
            <p:nvPr/>
          </p:nvSpPr>
          <p:spPr>
            <a:xfrm>
              <a:off x="11536253" y="2944168"/>
              <a:ext cx="44620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FEB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146872EE-35BE-5A40-4AD5-A49CBA7B0CAC}"/>
              </a:ext>
            </a:extLst>
          </p:cNvPr>
          <p:cNvSpPr/>
          <p:nvPr/>
        </p:nvSpPr>
        <p:spPr>
          <a:xfrm>
            <a:off x="4396887" y="2595091"/>
            <a:ext cx="1346200" cy="184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Q1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472F7DA-6B87-EAF2-E40A-ED2FB7135F7E}"/>
              </a:ext>
            </a:extLst>
          </p:cNvPr>
          <p:cNvSpPr/>
          <p:nvPr/>
        </p:nvSpPr>
        <p:spPr>
          <a:xfrm>
            <a:off x="373427" y="2595091"/>
            <a:ext cx="1346200" cy="184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Q2</a:t>
            </a:r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8C9F15-703C-2FCF-23F7-67B0F6764364}"/>
              </a:ext>
            </a:extLst>
          </p:cNvPr>
          <p:cNvSpPr/>
          <p:nvPr/>
        </p:nvSpPr>
        <p:spPr>
          <a:xfrm>
            <a:off x="1708272" y="2595091"/>
            <a:ext cx="1346200" cy="1841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Q3</a:t>
            </a:r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18F323C-47DE-D3B7-6108-7EA25D17C2E0}"/>
              </a:ext>
            </a:extLst>
          </p:cNvPr>
          <p:cNvSpPr/>
          <p:nvPr/>
        </p:nvSpPr>
        <p:spPr>
          <a:xfrm>
            <a:off x="3058257" y="2595091"/>
            <a:ext cx="1346200" cy="18415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Q4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6F1F761-B4BC-CA82-C4F7-74354DDEBFDD}"/>
              </a:ext>
            </a:extLst>
          </p:cNvPr>
          <p:cNvSpPr/>
          <p:nvPr/>
        </p:nvSpPr>
        <p:spPr>
          <a:xfrm>
            <a:off x="9766547" y="2595091"/>
            <a:ext cx="1346200" cy="184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Q1</a:t>
            </a:r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7DC9261-1975-D39E-E73B-219585EA7412}"/>
              </a:ext>
            </a:extLst>
          </p:cNvPr>
          <p:cNvSpPr/>
          <p:nvPr/>
        </p:nvSpPr>
        <p:spPr>
          <a:xfrm>
            <a:off x="5743087" y="2595091"/>
            <a:ext cx="1346200" cy="184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Q2</a:t>
            </a:r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FFBD5FD-3AAC-B1D1-C8BB-DFB7A0B6C433}"/>
              </a:ext>
            </a:extLst>
          </p:cNvPr>
          <p:cNvSpPr/>
          <p:nvPr/>
        </p:nvSpPr>
        <p:spPr>
          <a:xfrm>
            <a:off x="7077932" y="2595091"/>
            <a:ext cx="1346200" cy="1841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0229EA5-82E7-59C5-8BBC-EF4DF95950CF}"/>
              </a:ext>
            </a:extLst>
          </p:cNvPr>
          <p:cNvSpPr/>
          <p:nvPr/>
        </p:nvSpPr>
        <p:spPr>
          <a:xfrm>
            <a:off x="8427917" y="2595091"/>
            <a:ext cx="1346200" cy="18415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Q4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FA77619-336C-2553-B2D9-A4C688999D20}"/>
              </a:ext>
            </a:extLst>
          </p:cNvPr>
          <p:cNvSpPr/>
          <p:nvPr/>
        </p:nvSpPr>
        <p:spPr>
          <a:xfrm>
            <a:off x="373426" y="2349500"/>
            <a:ext cx="5362093" cy="1587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2019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A911EE5-A210-2195-96FD-2173B58EAEC3}"/>
              </a:ext>
            </a:extLst>
          </p:cNvPr>
          <p:cNvSpPr/>
          <p:nvPr/>
        </p:nvSpPr>
        <p:spPr>
          <a:xfrm>
            <a:off x="5735520" y="2349500"/>
            <a:ext cx="5354520" cy="1587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57A6CC3-F86D-A978-1C72-0571FD66B156}"/>
              </a:ext>
            </a:extLst>
          </p:cNvPr>
          <p:cNvCxnSpPr>
            <a:cxnSpLocks/>
          </p:cNvCxnSpPr>
          <p:nvPr/>
        </p:nvCxnSpPr>
        <p:spPr>
          <a:xfrm>
            <a:off x="6257076" y="3225800"/>
            <a:ext cx="0" cy="273050"/>
          </a:xfrm>
          <a:prstGeom prst="line">
            <a:avLst/>
          </a:prstGeom>
          <a:ln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F589385-9664-6E84-C14C-062459C9E5A2}"/>
              </a:ext>
            </a:extLst>
          </p:cNvPr>
          <p:cNvCxnSpPr>
            <a:cxnSpLocks/>
          </p:cNvCxnSpPr>
          <p:nvPr/>
        </p:nvCxnSpPr>
        <p:spPr>
          <a:xfrm>
            <a:off x="5735519" y="3225800"/>
            <a:ext cx="0" cy="2730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B4A3CC0-B0CE-2748-409B-6E3B68F0676C}"/>
              </a:ext>
            </a:extLst>
          </p:cNvPr>
          <p:cNvGrpSpPr/>
          <p:nvPr/>
        </p:nvGrpSpPr>
        <p:grpSpPr>
          <a:xfrm>
            <a:off x="3281363" y="1219568"/>
            <a:ext cx="1027227" cy="1388109"/>
            <a:chOff x="532913" y="5099964"/>
            <a:chExt cx="1027227" cy="138810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4CE102E-D592-6A65-F8B3-F33023AD2EA6}"/>
                </a:ext>
              </a:extLst>
            </p:cNvPr>
            <p:cNvCxnSpPr>
              <a:cxnSpLocks/>
            </p:cNvCxnSpPr>
            <p:nvPr/>
          </p:nvCxnSpPr>
          <p:spPr>
            <a:xfrm>
              <a:off x="1041478" y="5607795"/>
              <a:ext cx="5048" cy="880278"/>
            </a:xfrm>
            <a:prstGeom prst="line">
              <a:avLst/>
            </a:prstGeom>
            <a:ln>
              <a:solidFill>
                <a:srgbClr val="FFC000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91A0C94-17D7-1364-FAAF-41E84282E37C}"/>
                </a:ext>
              </a:extLst>
            </p:cNvPr>
            <p:cNvSpPr txBox="1"/>
            <p:nvPr/>
          </p:nvSpPr>
          <p:spPr>
            <a:xfrm>
              <a:off x="532913" y="5099964"/>
              <a:ext cx="102722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C000"/>
                  </a:solidFill>
                </a:rPr>
                <a:t>2019-08-19</a:t>
              </a:r>
            </a:p>
            <a:p>
              <a:pPr algn="ctr"/>
              <a:r>
                <a:rPr lang="en-US" sz="900" b="1" dirty="0">
                  <a:solidFill>
                    <a:srgbClr val="FFC000"/>
                  </a:solidFill>
                </a:rPr>
                <a:t>Eval thru date</a:t>
              </a:r>
            </a:p>
            <a:p>
              <a:pPr algn="ctr"/>
              <a:r>
                <a:rPr lang="en-US" sz="900" b="1" dirty="0">
                  <a:solidFill>
                    <a:srgbClr val="FFC000"/>
                  </a:solidFill>
                </a:rPr>
                <a:t>“40”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1DC4EC05-ED17-D550-DA42-016A24A3BC94}"/>
              </a:ext>
            </a:extLst>
          </p:cNvPr>
          <p:cNvSpPr txBox="1"/>
          <p:nvPr/>
        </p:nvSpPr>
        <p:spPr>
          <a:xfrm>
            <a:off x="6067430" y="3505200"/>
            <a:ext cx="102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432FF"/>
                </a:solidFill>
              </a:rPr>
              <a:t>2020-02-03</a:t>
            </a:r>
          </a:p>
          <a:p>
            <a:r>
              <a:rPr lang="en-US" sz="900" dirty="0">
                <a:solidFill>
                  <a:srgbClr val="0432FF"/>
                </a:solidFill>
              </a:rPr>
              <a:t>Promo to MAJ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49AEA2B-E6A6-30E4-1742-ABFE04F7FFC3}"/>
              </a:ext>
            </a:extLst>
          </p:cNvPr>
          <p:cNvSpPr txBox="1"/>
          <p:nvPr/>
        </p:nvSpPr>
        <p:spPr>
          <a:xfrm>
            <a:off x="5007960" y="3505200"/>
            <a:ext cx="102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rgbClr val="00B050"/>
                </a:solidFill>
              </a:rPr>
              <a:t>2019-12-31</a:t>
            </a:r>
          </a:p>
          <a:p>
            <a:pPr algn="r"/>
            <a:r>
              <a:rPr lang="en-US" sz="900" dirty="0">
                <a:solidFill>
                  <a:srgbClr val="00B050"/>
                </a:solidFill>
              </a:rPr>
              <a:t>Last Snapshot</a:t>
            </a:r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6038D0CA-367D-FE26-6207-5D7DDB124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9826" y="5099964"/>
          <a:ext cx="679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94500" imgH="419100" progId="Excel.Sheet.12">
                  <p:embed/>
                </p:oleObj>
              </mc:Choice>
              <mc:Fallback>
                <p:oleObj name="Worksheet" r:id="rId2" imgW="6794500" imgH="419100" progId="Excel.Sheet.12">
                  <p:embed/>
                  <p:pic>
                    <p:nvPicPr>
                      <p:cNvPr id="108" name="Object 107">
                        <a:extLst>
                          <a:ext uri="{FF2B5EF4-FFF2-40B4-BE49-F238E27FC236}">
                            <a16:creationId xmlns:a16="http://schemas.microsoft.com/office/drawing/2014/main" id="{6038D0CA-367D-FE26-6207-5D7DDB124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9826" y="5099964"/>
                        <a:ext cx="6794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6BD804DB-5F9B-894B-C4A8-F7B0CF684441}"/>
              </a:ext>
            </a:extLst>
          </p:cNvPr>
          <p:cNvSpPr txBox="1"/>
          <p:nvPr/>
        </p:nvSpPr>
        <p:spPr>
          <a:xfrm>
            <a:off x="4938557" y="4707350"/>
            <a:ext cx="2637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3"/>
                </a:solidFill>
              </a:rPr>
              <a:t>Officer’s Survival Record Entry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4744EDD-9666-9A6C-F0DF-7E4FB31E7CBA}"/>
              </a:ext>
            </a:extLst>
          </p:cNvPr>
          <p:cNvSpPr txBox="1"/>
          <p:nvPr/>
        </p:nvSpPr>
        <p:spPr>
          <a:xfrm>
            <a:off x="4031700" y="339231"/>
            <a:ext cx="4071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432FF"/>
                </a:solidFill>
              </a:rPr>
              <a:t>Officer’s Timeline</a:t>
            </a:r>
          </a:p>
          <a:p>
            <a:pPr algn="ctr"/>
            <a:r>
              <a:rPr lang="en-US" sz="1600" b="1" i="1" dirty="0">
                <a:solidFill>
                  <a:srgbClr val="0432FF"/>
                </a:solidFill>
              </a:rPr>
              <a:t>using ‘forward signal’ method </a:t>
            </a:r>
            <a:endParaRPr lang="en-US" sz="3200" b="1" i="1" dirty="0">
              <a:solidFill>
                <a:srgbClr val="0432FF"/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A954C27-5777-D920-A1A2-8380172196EB}"/>
              </a:ext>
            </a:extLst>
          </p:cNvPr>
          <p:cNvGrpSpPr/>
          <p:nvPr/>
        </p:nvGrpSpPr>
        <p:grpSpPr>
          <a:xfrm>
            <a:off x="8627099" y="1219568"/>
            <a:ext cx="1027227" cy="1388109"/>
            <a:chOff x="532913" y="5099964"/>
            <a:chExt cx="1027227" cy="1388109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1157FDF-D14A-7E16-0B88-2E13772CBAB2}"/>
                </a:ext>
              </a:extLst>
            </p:cNvPr>
            <p:cNvCxnSpPr>
              <a:cxnSpLocks/>
            </p:cNvCxnSpPr>
            <p:nvPr/>
          </p:nvCxnSpPr>
          <p:spPr>
            <a:xfrm>
              <a:off x="1041478" y="5607795"/>
              <a:ext cx="5048" cy="880278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221E873-A9BA-51B1-81B1-E868E87C1055}"/>
                </a:ext>
              </a:extLst>
            </p:cNvPr>
            <p:cNvSpPr txBox="1"/>
            <p:nvPr/>
          </p:nvSpPr>
          <p:spPr>
            <a:xfrm>
              <a:off x="532913" y="5099964"/>
              <a:ext cx="102722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2020-08-19</a:t>
              </a:r>
            </a:p>
            <a:p>
              <a:pPr algn="ctr"/>
              <a:r>
                <a:rPr lang="en-US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Eval thru date</a:t>
              </a:r>
            </a:p>
            <a:p>
              <a:pPr algn="ctr"/>
              <a:r>
                <a:rPr lang="en-US" sz="900" b="1" dirty="0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“50”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ECD6629-8E88-4F90-5D9C-9FB06F79899D}"/>
              </a:ext>
            </a:extLst>
          </p:cNvPr>
          <p:cNvSpPr/>
          <p:nvPr/>
        </p:nvSpPr>
        <p:spPr>
          <a:xfrm>
            <a:off x="380999" y="2000526"/>
            <a:ext cx="4023457" cy="195405"/>
          </a:xfrm>
          <a:prstGeom prst="rect">
            <a:avLst/>
          </a:prstGeom>
          <a:solidFill>
            <a:srgbClr val="FF9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 Credit = “50”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573EBA8-8B42-234F-88F2-94F781970256}"/>
              </a:ext>
            </a:extLst>
          </p:cNvPr>
          <p:cNvSpPr/>
          <p:nvPr/>
        </p:nvSpPr>
        <p:spPr>
          <a:xfrm>
            <a:off x="4404457" y="2002988"/>
            <a:ext cx="5362090" cy="1954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 Credit = “40”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21E008B-A379-186B-0A3F-11194762AE5C}"/>
              </a:ext>
            </a:extLst>
          </p:cNvPr>
          <p:cNvSpPr/>
          <p:nvPr/>
        </p:nvSpPr>
        <p:spPr>
          <a:xfrm>
            <a:off x="369033" y="2018863"/>
            <a:ext cx="575187" cy="15875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29556A-FA21-4308-0F40-C042FE855F56}"/>
              </a:ext>
            </a:extLst>
          </p:cNvPr>
          <p:cNvSpPr txBox="1"/>
          <p:nvPr/>
        </p:nvSpPr>
        <p:spPr>
          <a:xfrm>
            <a:off x="1256823" y="3874532"/>
            <a:ext cx="158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5">
                    <a:lumMod val="75000"/>
                  </a:schemeClr>
                </a:solidFill>
              </a:rPr>
              <a:t>2016-10-01</a:t>
            </a:r>
          </a:p>
          <a:p>
            <a:pPr algn="ctr"/>
            <a:r>
              <a:rPr lang="en-US" sz="1200" i="1" dirty="0">
                <a:solidFill>
                  <a:schemeClr val="accent5">
                    <a:lumMod val="75000"/>
                  </a:schemeClr>
                </a:solidFill>
              </a:rPr>
              <a:t>Promo to CAPTAIN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34CBE-F3CF-A007-1B69-72480431E38A}"/>
              </a:ext>
            </a:extLst>
          </p:cNvPr>
          <p:cNvSpPr txBox="1"/>
          <p:nvPr/>
        </p:nvSpPr>
        <p:spPr>
          <a:xfrm>
            <a:off x="6096000" y="3865602"/>
            <a:ext cx="82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1221 days</a:t>
            </a:r>
          </a:p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From CPT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6D817-5604-1F19-E03F-1E7F10F89795}"/>
              </a:ext>
            </a:extLst>
          </p:cNvPr>
          <p:cNvSpPr txBox="1"/>
          <p:nvPr/>
        </p:nvSpPr>
        <p:spPr>
          <a:xfrm>
            <a:off x="5267463" y="3865602"/>
            <a:ext cx="82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1187 days</a:t>
            </a:r>
          </a:p>
          <a:p>
            <a:r>
              <a:rPr lang="en-US" sz="1000" b="1" i="1" dirty="0">
                <a:solidFill>
                  <a:schemeClr val="accent5">
                    <a:lumMod val="75000"/>
                  </a:schemeClr>
                </a:solidFill>
              </a:rPr>
              <a:t>From CPT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E23306-6704-5CEC-12DD-A97A432ED124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841257" y="4105364"/>
            <a:ext cx="2224946" cy="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1C3510-9C62-5177-C54A-1186BD3CB792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429129" y="4105364"/>
            <a:ext cx="827694" cy="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1B7F6F-5B35-3F4D-1AB1-890AF89682E1}"/>
              </a:ext>
            </a:extLst>
          </p:cNvPr>
          <p:cNvSpPr txBox="1"/>
          <p:nvPr/>
        </p:nvSpPr>
        <p:spPr>
          <a:xfrm>
            <a:off x="790441" y="1180992"/>
            <a:ext cx="1027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rgbClr val="FF9300"/>
                </a:solidFill>
              </a:rPr>
              <a:t>Past Eval</a:t>
            </a:r>
          </a:p>
          <a:p>
            <a:pPr algn="ctr"/>
            <a:r>
              <a:rPr lang="en-US" sz="900" b="1" dirty="0">
                <a:solidFill>
                  <a:srgbClr val="FF9300"/>
                </a:solidFill>
              </a:rPr>
              <a:t>2018-08-19</a:t>
            </a:r>
          </a:p>
          <a:p>
            <a:pPr algn="ctr"/>
            <a:r>
              <a:rPr lang="en-US" sz="900" b="1" dirty="0">
                <a:solidFill>
                  <a:srgbClr val="FF9300"/>
                </a:solidFill>
              </a:rPr>
              <a:t>Eval thru date</a:t>
            </a:r>
          </a:p>
          <a:p>
            <a:pPr algn="ctr"/>
            <a:r>
              <a:rPr lang="en-US" sz="900" b="1" dirty="0">
                <a:solidFill>
                  <a:srgbClr val="FF9300"/>
                </a:solidFill>
              </a:rPr>
              <a:t>“50”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ABFE23-C7E2-23E4-9B6E-93B8DE23707E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82866" y="1504158"/>
            <a:ext cx="60757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A6CA99C-AD9D-76F1-7D83-774C2F84D81C}"/>
              </a:ext>
            </a:extLst>
          </p:cNvPr>
          <p:cNvSpPr/>
          <p:nvPr/>
        </p:nvSpPr>
        <p:spPr>
          <a:xfrm>
            <a:off x="9764293" y="2002760"/>
            <a:ext cx="2050182" cy="195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 Credit = “50”</a:t>
            </a:r>
          </a:p>
        </p:txBody>
      </p:sp>
    </p:spTree>
    <p:extLst>
      <p:ext uri="{BB962C8B-B14F-4D97-AF65-F5344CB8AC3E}">
        <p14:creationId xmlns:p14="http://schemas.microsoft.com/office/powerpoint/2010/main" val="4067938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201</Words>
  <Application>Microsoft Macintosh PowerPoint</Application>
  <PresentationFormat>Widescreen</PresentationFormat>
  <Paragraphs>119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Worksheet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11</cp:revision>
  <dcterms:created xsi:type="dcterms:W3CDTF">2026-03-08T00:00:07Z</dcterms:created>
  <dcterms:modified xsi:type="dcterms:W3CDTF">2026-03-10T21:10:14Z</dcterms:modified>
</cp:coreProperties>
</file>