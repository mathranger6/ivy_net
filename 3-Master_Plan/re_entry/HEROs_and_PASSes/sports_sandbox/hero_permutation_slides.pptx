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70" r:id="rId3"/>
    <p:sldId id="26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ADEB-B3FA-8893-BF84-0DAF53BFB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03799-01D6-1D96-19A9-54548BF3F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50D22-950E-B8C4-3514-6B90A04B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404E4-0784-92A0-483A-2F3694FE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282F5-A8AA-0D3E-CF7A-8C220E2D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6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2DE-3188-26F3-ED0D-EA45163B0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84593-81FD-B507-4FC7-9453F5327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E446-CE9D-017B-6C3F-43B54316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EBB6F-3733-D433-E6FA-FF876C990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6FF63-EBBF-6B43-171E-EA31D97F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9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2581E-39B1-A68D-8974-096116278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CE965-5189-A3AB-2C53-F5C6D84A1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A7A7-926F-1EAC-8C8B-D4EDCD40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1747B-DA5B-67AD-2E6A-F1BE83A79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DE250-611F-F41A-4A83-8258FEBC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9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A778-3629-A707-9AB5-E1D3ADEA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6ADE8-03D7-124F-E9F3-E424E967F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AF4DB-D7E1-E821-E192-2742A2D0C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E047F-EC66-97EF-F4DC-BBC5873FA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23248-CA62-6920-A6F1-197AFF0B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F3433-B52C-C3D1-A66A-8AC30DA0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7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4A2D-CF1E-3640-60EB-65A00640A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CB1D7-EC06-A895-6FFC-F69F89BD6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D5B956-F770-B01F-8953-741289079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E5E58-46B0-ECBD-AA83-7A8D62C3F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4239D-C1E9-C403-E87A-EE4DD209D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CEC3B-43D1-ED0F-7B8A-59F72D31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02325-DD0B-633F-E35F-820E1C993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AA42F6-334A-FE0F-533F-5B7282BD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0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21AAA-DB42-EC91-C994-4DB70F39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66FE7-15CF-FB7A-4230-E5A44AB89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EE506-1E4A-5258-13C2-9DCFE1A6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3147E-9F40-0DB3-D626-B7E3C7555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58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F6050-2FC6-61D8-1F61-C37B946F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378DE-2EFC-C17C-C850-1681C5C3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9EC1F-3D04-B4E8-EBBB-DE509246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68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81C6-0471-08E3-0C65-457EC633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AB70-5231-02CC-5724-C7710EE6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25A26-32A0-6917-5623-3EA651B61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185B3-16E6-765E-22EF-5AD050FB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F446A-2B6F-1FAC-FB6E-B72276F5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7BA1B-6A67-CD22-7D74-B1E78208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9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24F6-7436-591E-3C8F-122C5928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72587-4B01-D19D-B0AE-BADB56B96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86E72-286C-F469-2235-67FF121E2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31F84-6F7F-ECB9-4BD2-9C1EADFFF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B8E89-AC5B-565F-6E7C-00242C19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C991DA-4FC4-88DA-A965-0AD1EE8C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283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DA684-06DB-3186-DC86-CB2175BF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45C8A-F243-6F2D-BC72-67DF38384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57DED-AB07-EE46-1177-B306EA0E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2A3F-380A-30C3-4D0E-7D9F42D0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C6384-78A5-373D-9844-F59E3615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046ED0-3BCD-BE41-FB3A-B8CF13D98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8AD7D-466E-9146-FC40-36974E418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D6361-2E9D-65CB-0F45-E9ABFD113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B7FA7-BA50-4C9E-6DC3-02FF2188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8DD7D-09EF-75AE-E109-75ABE015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3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EE72D-4E4E-D8FC-F8A5-EE69E217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908A9-B707-EF47-1B42-06B74B8A0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67F0D-C7BD-BEA8-EF3C-03613EAFCA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E75CC-A4D0-C847-827A-A4EB40D07C32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72924-9344-8484-BF9F-C6643EA6F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9B669-C9EA-369E-436A-65DB2D35F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E4F5-E4A4-3244-9AB8-30938182C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88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6BF62-255C-27D8-6929-B405C27B1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C0062E-C777-8C1A-BDA5-B51E4700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6350" y="472846"/>
            <a:ext cx="9877813" cy="4216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F4C576-3657-A12B-703D-374E75EAA0C8}"/>
              </a:ext>
            </a:extLst>
          </p:cNvPr>
          <p:cNvSpPr txBox="1"/>
          <p:nvPr/>
        </p:nvSpPr>
        <p:spPr>
          <a:xfrm>
            <a:off x="834527" y="4816398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SLIDE 1 FIXED HERO</a:t>
            </a:r>
          </a:p>
          <a:p>
            <a:r>
              <a:rPr lang="en-US" sz="1200" dirty="0"/>
              <a:t>python sports/scripts/</a:t>
            </a:r>
            <a:r>
              <a:rPr lang="en-US" sz="1200" dirty="0" err="1"/>
              <a:t>pass_a_empirical_bundle.py</a:t>
            </a:r>
            <a:r>
              <a:rPr lang="en-US" sz="1200" dirty="0"/>
              <a:t> \</a:t>
            </a:r>
          </a:p>
          <a:p>
            <a:r>
              <a:rPr lang="en-US" sz="1200" dirty="0"/>
              <a:t>--y-draft-mode ever \</a:t>
            </a:r>
          </a:p>
          <a:p>
            <a:r>
              <a:rPr lang="en-US" sz="1200" dirty="0"/>
              <a:t>--panel-rows all-</a:t>
            </a:r>
            <a:r>
              <a:rPr lang="en-US" sz="1200" dirty="0" err="1"/>
              <a:t>ps</a:t>
            </a:r>
            <a:r>
              <a:rPr lang="en-US" sz="1200" dirty="0"/>
              <a:t> \</a:t>
            </a:r>
          </a:p>
          <a:p>
            <a:r>
              <a:rPr lang="en-US" sz="1200" dirty="0"/>
              <a:t>--n-bins 16 \</a:t>
            </a:r>
          </a:p>
          <a:p>
            <a:r>
              <a:rPr lang="en-US" sz="1200" dirty="0"/>
              <a:t>--poolq-binning quantile \</a:t>
            </a:r>
          </a:p>
          <a:p>
            <a:r>
              <a:rPr lang="en-US" sz="1200" dirty="0"/>
              <a:t>--roster-x poolq_loo \</a:t>
            </a:r>
          </a:p>
          <a:p>
            <a:r>
              <a:rPr lang="en-US" sz="1200" dirty="0"/>
              <a:t>--output-tag “_FIXED_HERO” \</a:t>
            </a:r>
          </a:p>
          <a:p>
            <a:r>
              <a:rPr lang="en-US" sz="1200" dirty="0"/>
              <a:t>--output-root 3-Master_Plan/</a:t>
            </a:r>
            <a:r>
              <a:rPr lang="en-US" sz="1200" dirty="0" err="1"/>
              <a:t>re_entry</a:t>
            </a:r>
            <a:r>
              <a:rPr lang="en-US" sz="1200" dirty="0"/>
              <a:t>/</a:t>
            </a:r>
            <a:r>
              <a:rPr lang="en-US" sz="1200" dirty="0" err="1"/>
              <a:t>HEROs_and_PASSes</a:t>
            </a:r>
            <a:r>
              <a:rPr lang="en-US" sz="1200" dirty="0"/>
              <a:t>/</a:t>
            </a:r>
            <a:r>
              <a:rPr lang="en-US" sz="1200" dirty="0" err="1"/>
              <a:t>population_sandbox</a:t>
            </a:r>
            <a:r>
              <a:rPr lang="en-US" sz="1200" dirty="0"/>
              <a:t>/hero &amp;&amp; \</a:t>
            </a:r>
          </a:p>
        </p:txBody>
      </p:sp>
    </p:spTree>
    <p:extLst>
      <p:ext uri="{BB962C8B-B14F-4D97-AF65-F5344CB8AC3E}">
        <p14:creationId xmlns:p14="http://schemas.microsoft.com/office/powerpoint/2010/main" val="215283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6826-BE0E-D5E0-17EB-09CD89499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0AAAA6-29AB-F2AA-F113-549FEA1C8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52042" y="472846"/>
            <a:ext cx="9526428" cy="4216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E12CB8-2252-AD4C-A305-24C4E1383A29}"/>
              </a:ext>
            </a:extLst>
          </p:cNvPr>
          <p:cNvSpPr txBox="1"/>
          <p:nvPr/>
        </p:nvSpPr>
        <p:spPr>
          <a:xfrm>
            <a:off x="834527" y="4816398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SLIDE 2 – SLIDE 1 CHNG to poolq</a:t>
            </a:r>
          </a:p>
          <a:p>
            <a:r>
              <a:rPr lang="en-US" sz="1200" dirty="0"/>
              <a:t>python sports/scripts/</a:t>
            </a:r>
            <a:r>
              <a:rPr lang="en-US" sz="1200" dirty="0" err="1"/>
              <a:t>pass_a_empirical_bundle.py</a:t>
            </a:r>
            <a:r>
              <a:rPr lang="en-US" sz="1200" dirty="0"/>
              <a:t> \</a:t>
            </a:r>
          </a:p>
          <a:p>
            <a:r>
              <a:rPr lang="en-US" sz="1200" dirty="0"/>
              <a:t>--y-draft-mode ever \</a:t>
            </a:r>
          </a:p>
          <a:p>
            <a:r>
              <a:rPr lang="en-US" sz="1200" dirty="0"/>
              <a:t>--panel-rows all-</a:t>
            </a:r>
            <a:r>
              <a:rPr lang="en-US" sz="1200" dirty="0" err="1"/>
              <a:t>ps</a:t>
            </a:r>
            <a:r>
              <a:rPr lang="en-US" sz="1200" dirty="0"/>
              <a:t> \</a:t>
            </a:r>
          </a:p>
          <a:p>
            <a:r>
              <a:rPr lang="en-US" sz="1200" dirty="0"/>
              <a:t>--n-bins 16 \</a:t>
            </a:r>
          </a:p>
          <a:p>
            <a:r>
              <a:rPr lang="en-US" sz="1200" dirty="0"/>
              <a:t>--poolq-binning quantile \</a:t>
            </a:r>
          </a:p>
          <a:p>
            <a:r>
              <a:rPr lang="en-US" sz="1200" dirty="0"/>
              <a:t>--roster-x poolq_loo \</a:t>
            </a:r>
          </a:p>
          <a:p>
            <a:r>
              <a:rPr lang="en-US" sz="1200" dirty="0"/>
              <a:t>--output-tag “_slide_2” \</a:t>
            </a:r>
          </a:p>
          <a:p>
            <a:r>
              <a:rPr lang="en-US" sz="1200" dirty="0"/>
              <a:t>--output-root 3-Master_Plan/</a:t>
            </a:r>
            <a:r>
              <a:rPr lang="en-US" sz="1200" dirty="0" err="1"/>
              <a:t>re_entry</a:t>
            </a:r>
            <a:r>
              <a:rPr lang="en-US" sz="1200" dirty="0"/>
              <a:t>/</a:t>
            </a:r>
            <a:r>
              <a:rPr lang="en-US" sz="1200" dirty="0" err="1"/>
              <a:t>HEROs_and_PASSes</a:t>
            </a:r>
            <a:r>
              <a:rPr lang="en-US" sz="1200" dirty="0"/>
              <a:t>/</a:t>
            </a:r>
            <a:r>
              <a:rPr lang="en-US" sz="1200" dirty="0" err="1"/>
              <a:t>population_sandbox</a:t>
            </a:r>
            <a:r>
              <a:rPr lang="en-US" sz="1200" dirty="0"/>
              <a:t>/hero &amp;&amp; \</a:t>
            </a:r>
          </a:p>
        </p:txBody>
      </p:sp>
    </p:spTree>
    <p:extLst>
      <p:ext uri="{BB962C8B-B14F-4D97-AF65-F5344CB8AC3E}">
        <p14:creationId xmlns:p14="http://schemas.microsoft.com/office/powerpoint/2010/main" val="1560811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C9C52-F886-721E-5BE2-0030F620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0F780E-FED1-3DDB-333A-3216742E2E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6350" y="711755"/>
            <a:ext cx="9877813" cy="37387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942F3E-7257-67AF-0148-789729F7CD50}"/>
              </a:ext>
            </a:extLst>
          </p:cNvPr>
          <p:cNvSpPr txBox="1"/>
          <p:nvPr/>
        </p:nvSpPr>
        <p:spPr>
          <a:xfrm>
            <a:off x="834527" y="4816398"/>
            <a:ext cx="60978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# SLIDE 3 – SLIDE 1 CHNG draft-mode to season</a:t>
            </a:r>
          </a:p>
          <a:p>
            <a:r>
              <a:rPr lang="en-US" sz="1200" dirty="0"/>
              <a:t>python sports/scripts/</a:t>
            </a:r>
            <a:r>
              <a:rPr lang="en-US" sz="1200" dirty="0" err="1"/>
              <a:t>pass_a_empirical_bundle.py</a:t>
            </a:r>
            <a:r>
              <a:rPr lang="en-US" sz="1200" dirty="0"/>
              <a:t> \</a:t>
            </a:r>
          </a:p>
          <a:p>
            <a:r>
              <a:rPr lang="en-US" sz="1200" dirty="0"/>
              <a:t>--y-draft-mode season \</a:t>
            </a:r>
          </a:p>
          <a:p>
            <a:r>
              <a:rPr lang="en-US" sz="1200" dirty="0"/>
              <a:t>--panel-rows all-</a:t>
            </a:r>
            <a:r>
              <a:rPr lang="en-US" sz="1200" dirty="0" err="1"/>
              <a:t>ps</a:t>
            </a:r>
            <a:r>
              <a:rPr lang="en-US" sz="1200" dirty="0"/>
              <a:t> \</a:t>
            </a:r>
          </a:p>
          <a:p>
            <a:r>
              <a:rPr lang="en-US" sz="1200" dirty="0"/>
              <a:t>--n-bins 16 \</a:t>
            </a:r>
          </a:p>
          <a:p>
            <a:r>
              <a:rPr lang="en-US" sz="1200" dirty="0"/>
              <a:t>--poolq-binning quantile \</a:t>
            </a:r>
          </a:p>
          <a:p>
            <a:r>
              <a:rPr lang="en-US" sz="1200" dirty="0"/>
              <a:t>--roster-x poolq_loo \</a:t>
            </a:r>
          </a:p>
          <a:p>
            <a:r>
              <a:rPr lang="en-US" sz="1200" dirty="0"/>
              <a:t>--output-tag “_slide_3” \</a:t>
            </a:r>
          </a:p>
          <a:p>
            <a:r>
              <a:rPr lang="en-US" sz="1200" dirty="0"/>
              <a:t>--output-root 3-Master_Plan/</a:t>
            </a:r>
            <a:r>
              <a:rPr lang="en-US" sz="1200" dirty="0" err="1"/>
              <a:t>re_entry</a:t>
            </a:r>
            <a:r>
              <a:rPr lang="en-US" sz="1200" dirty="0"/>
              <a:t>/</a:t>
            </a:r>
            <a:r>
              <a:rPr lang="en-US" sz="1200" dirty="0" err="1"/>
              <a:t>HEROs_and_PASSes</a:t>
            </a:r>
            <a:r>
              <a:rPr lang="en-US" sz="1200" dirty="0"/>
              <a:t>/</a:t>
            </a:r>
            <a:r>
              <a:rPr lang="en-US" sz="1200" dirty="0" err="1"/>
              <a:t>population_sandbox</a:t>
            </a:r>
            <a:r>
              <a:rPr lang="en-US" sz="1200" dirty="0"/>
              <a:t>/hero &amp;&amp; \</a:t>
            </a:r>
          </a:p>
        </p:txBody>
      </p:sp>
    </p:spTree>
    <p:extLst>
      <p:ext uri="{BB962C8B-B14F-4D97-AF65-F5344CB8AC3E}">
        <p14:creationId xmlns:p14="http://schemas.microsoft.com/office/powerpoint/2010/main" val="67215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228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2</cp:revision>
  <dcterms:created xsi:type="dcterms:W3CDTF">2026-08-25T22:11:27Z</dcterms:created>
  <dcterms:modified xsi:type="dcterms:W3CDTF">2026-08-25T23:29:43Z</dcterms:modified>
</cp:coreProperties>
</file>