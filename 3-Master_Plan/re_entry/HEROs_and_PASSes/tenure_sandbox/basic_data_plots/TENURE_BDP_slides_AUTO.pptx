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Tenure basic data plots — inference porch</a:t>
            </a:r>
          </a:p>
          <a:p>
            <a:pPr>
              <a:defRPr sz="1200" i="1"/>
            </a:pPr>
            <a:r>
              <a:t>2026-09-01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11368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Tenure HERO population: HIGH + MEDIUM OpenAlex inference · LOO computable on assistant rows.</a:t>
            </a:r>
          </a:p>
          <a:p>
            <a:pPr>
              <a:spcAft>
                <a:spcPts val="200"/>
              </a:spcAft>
              <a:defRPr sz="1100"/>
            </a:pPr>
            <a:r>
              <a:t>• HERO lock: person-level mean poolq_LOO · Q16 quantile (Q20 for dip robustness).</a:t>
            </a:r>
          </a:p>
          <a:p>
            <a:pPr>
              <a:spcAft>
                <a:spcPts val="200"/>
              </a:spcAft>
              <a:defRPr sz="1100"/>
            </a:pPr>
            <a:r>
              <a:t>• Rates: tenure among resolved (Option A); censored excluded from denominator.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77440"/>
            <a:ext cx="113687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>
                <a:latin typeface="Menlo"/>
              </a:defRPr>
            </a:pPr>
            <a:r>
              <a:t>python tenure/scripts/tenure_basic_plots.py</a:t>
            </a:r>
            <a:br/>
            <a:r>
              <a:t>python tenure/scripts/build_tenure_basic_plots_slides.py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 — Uni-year peer pool interval overlap</a:t>
            </a:r>
          </a:p>
          <a:p>
            <a:pPr>
              <a:defRPr sz="1200" i="1"/>
            </a:pPr>
            <a:r>
              <a:t>MBB PD17 / reigning overlap analog · pubs_year z within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Pool unit = university × year (OpenAlex assistant peer pool).</a:t>
            </a:r>
          </a:p>
          <a:p>
            <a:pPr>
              <a:spcAft>
                <a:spcPts val="200"/>
              </a:spcAft>
              <a:defRPr sz="1100"/>
            </a:pPr>
            <a:r>
              <a:t>• Each interval = [min, max] own pubs (z within year) across OA assistants in pool.</a:t>
            </a:r>
          </a:p>
          <a:p>
            <a:pPr>
              <a:spcAft>
                <a:spcPts val="200"/>
              </a:spcAft>
              <a:defRPr sz="1100"/>
            </a:pPr>
            <a:r>
              <a:t>• Overlap along the spectrum motivates LOO vs full-pool pressure (F-HERO later).</a:t>
            </a:r>
          </a:p>
        </p:txBody>
      </p:sp>
      <p:pic>
        <p:nvPicPr>
          <p:cNvPr id="4" name="Picture 3" descr="TENURE_pool_interval_overlap_inf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034" y="1545336"/>
            <a:ext cx="5015626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tenure/scripts/tenure_basic_plots.py --only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uni-years=283 · asst-years=2,396 · max coverage=245 · H_sort=0.173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 — poolq_LOO distribution (HERO grain)</a:t>
            </a:r>
          </a:p>
          <a:p>
            <a:pPr>
              <a:defRPr sz="1200" i="1"/>
            </a:pPr>
            <a:r>
              <a:t>Person-level mean · N≈796 matches Q16/Q20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Same collapse as tenure_pass_a_hero: mean poolq_loo_mean over assistant years.</a:t>
            </a:r>
          </a:p>
          <a:p>
            <a:pPr>
              <a:spcAft>
                <a:spcPts val="200"/>
              </a:spcAft>
              <a:defRPr sz="1100"/>
            </a:pPr>
            <a:r>
              <a:t>• Right-skew drives equal-width bin sparsity at high LOO.</a:t>
            </a:r>
          </a:p>
        </p:txBody>
      </p:sp>
      <p:pic>
        <p:nvPicPr>
          <p:cNvPr id="4" name="Picture 3" descr="TENURE_poolq_loo_distribution_inf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90" y="1545336"/>
            <a:ext cx="624871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tenure/scripts/tenure_basic_plots.py --only poolq_loo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n=796 · median=3.35 · mean=4.24 · sd=3.16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 — Own pubs_year distribution</a:t>
            </a:r>
          </a:p>
          <a:p>
            <a:pPr>
              <a:defRPr sz="1200" i="1"/>
            </a:pPr>
            <a:r>
              <a:t>Assistant person-years · inference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Own annual publications (OpenAlex) on assistant rows in inference slice.</a:t>
            </a:r>
          </a:p>
          <a:p>
            <a:pPr>
              <a:spcAft>
                <a:spcPts val="200"/>
              </a:spcAft>
              <a:defRPr sz="1100"/>
            </a:pPr>
            <a:r>
              <a:t>• Companion to poolq_LOO — separates individual output from peer context.</a:t>
            </a:r>
          </a:p>
        </p:txBody>
      </p:sp>
      <p:pic>
        <p:nvPicPr>
          <p:cNvPr id="4" name="Picture 3" descr="TENURE_pubs_year_distribution_inf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90" y="1545336"/>
            <a:ext cx="624871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tenure/scripts/tenure_basic_plots.py --only pubs_year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n=2,396 · median=3.00 · mean=6.27 · sd=11.66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 — LOO peer pool size distribution</a:t>
            </a:r>
          </a:p>
          <a:p>
            <a:pPr>
              <a:defRPr sz="1200" i="1"/>
            </a:pPr>
            <a:r>
              <a:t>pool_size_oa_loo on assistant person-years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Count of OA-matched co-assistants after leave-one-out.</a:t>
            </a:r>
          </a:p>
          <a:p>
            <a:pPr>
              <a:spcAft>
                <a:spcPts val="200"/>
              </a:spcAft>
              <a:defRPr sz="1100"/>
            </a:pPr>
            <a:r>
              <a:t>• Thin pools → noisy LOO; complements overlap slide.</a:t>
            </a:r>
          </a:p>
        </p:txBody>
      </p:sp>
      <p:pic>
        <p:nvPicPr>
          <p:cNvPr id="4" name="Picture 3" descr="TENURE_pool_size_loo_distribution_inf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90" y="1545336"/>
            <a:ext cx="624871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tenure/scripts/tenure_basic_plots.py --only pool_size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n=2,396 · median=15.00 · mean=17.22 · sd=10.32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