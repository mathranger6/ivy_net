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Grandchild sim — team \hat{A}_{i} interval overlap (\rho diagnostic)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2015 PPM z · Grandchild ASSIGN · N=6,030, J=402, C=15 · \rho=0.5 · 402 teams (530 CELL 8 analog) · H_{sort}=0.157</a:t>
            </a:r>
          </a:p>
        </p:txBody>
      </p:sp>
      <p:pic>
        <p:nvPicPr>
          <p:cNvPr id="4" name="Picture 3" descr="GRANDCHILD_league_interval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84" y="1033272"/>
            <a:ext cx="6432254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Each team: talent window [\min \hat{A}_{i}, \max \hat{A}_{i}] on PPM z.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Coverage = how many roster windows cover a point (530 CELL 8).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Grandchild ASSIGN: \rho=0.5, endogenous \mu_j — no T_{j^*}.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dashed: disjoint sort-and-chop on same player pool (537 B analog).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This partition: H_{sort} = 0.157 (0 = none, 1 = full team sorting).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Sim max coverage=402; sort-and-chop max=8.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66\% of grid points have &gt;1 team covering.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Roster span: mean=3.36 z, median=3.24 z (402 teams).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HAND17 empirical ref: max coverage=6,305, span mean=2.98 z.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Centroid sd=0.396.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Grandchild ASSIGN (endogenous centroids, no T_{j^*}) on 2015 PPM z — compare interval overlap and H_{sort} to HAND17 slide 3 empirical target.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