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Empirical caps — $\lambda$ sweep on SELECT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MBB 2011-2021 · $\rho=0.5$ · $\lambda \in \{0, 0.25, 0.55, 1, 2\}$ · empirical caps held fixed</a:t>
            </a:r>
          </a:p>
        </p:txBody>
      </p:sp>
      <p:pic>
        <p:nvPicPr>
          <p:cNvPr id="4" name="Picture 3" descr="GRANDCHILD_lambda_select_sweep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980190"/>
            <a:ext cx="7427671" cy="30896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3849624"/>
            <a:ext cx="379476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SELECT: draft rate vs LOO peer quality (left) and pool mean (right).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MBB 2011-2021 · empirical roster caps · fixed $\rho=0.5$ · sweep $\lambda$ in $S=A-\lambda L_C$.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Empirical LOO: inverted u like (peak bin 11, 2.62\%).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$\lambda=0$: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$\lambda=0.25$: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$\lambda=0.55$: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$\lambda=1$: monotone increasing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LG $\lambda=2$: inverted u like on LOO.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Input geometry fixed (Alex caps) — only SCORE congestion weight moves.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$\rho$ = ASSIGN; $\lambda$ = SCORE — test whether inverted-U lives in selection.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Compare curvature labels across $\lambda$ arms, not just level shifts.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Talking point: at least one λ arm shows inverted-U-like LOO curvature — SCORE knob can move selection shape after input comparability.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