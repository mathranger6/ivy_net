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</p:sldIdLst>
  <p:sldSz cx="12191695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png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384048" y="219456"/>
            <a:ext cx="11423599" cy="457200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2000" b="1" i="0" baseline="0">
                <a:latin typeface="Calibri"/>
              </a:rPr>
              <a:t>PD22 — Roster size: box-QC panel (min=0) vs min-20 drop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384048" y="713232"/>
            <a:ext cx="11423599" cy="246888"/>
          </a:xfrm>
          <a:prstGeom prst="rect">
            <a:avLst/>
          </a:prstGeom>
          <a:noFill/>
        </p:spPr>
        <p:txBody>
          <a:bodyPr wrap="none">
            <a:spAutoFit/>
          </a:bodyPr>
          <a:lstStyle/>
          <a:p>
            <a:r>
              <a:rPr sz="1000" b="0" i="0" baseline="0">
                <a:latin typeface="Calibri"/>
              </a:rPr>
              <a:t>PD22 · roster size (after QC) · 2013-2021 · raw median = $15$ · $22.7\%$ exactly $15$</a:t>
            </a:r>
          </a:p>
        </p:txBody>
      </p:sp>
      <p:pic>
        <p:nvPicPr>
          <p:cNvPr id="4" name="Picture 3" descr="PD22_raw_roster_size_distribution_2013_2021_after_qc.png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404975" y="1051560"/>
            <a:ext cx="9381744" cy="3950208"/>
          </a:xfrm>
          <a:prstGeom prst="rect">
            <a:avLst/>
          </a:prstGeom>
        </p:spPr>
      </p:pic>
      <p:sp>
        <p:nvSpPr>
          <p:cNvPr id="5" name="TextBox 4"/>
          <p:cNvSpPr txBox="1"/>
          <p:nvPr/>
        </p:nvSpPr>
        <p:spPr>
          <a:xfrm>
            <a:off x="384048" y="5074920"/>
            <a:ext cx="11423599" cy="960120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PD22 backup: players per team-season — box-QC panel (min\_minutes=0) vs min-20 drop.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Box QC at panel build: drop dash-name placeholders; keep team-seasons with $\geq 11$ distinct games in box (frozen CSV untouched).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Panel: 2013-2021 MBB · $3,152$ team-seasons · $49,955$ player-season rows.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Min=$0$ after QC (blue): median = $15$, mean = $15.8$; $22.7\%$ exactly $15$, $70.4\%$ $\geq 15$, $47.7\%$ $&gt; 15$.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Min-20 drop (orange): median = $12$, mean = $12.1$; only $3.8\%$ exactly $15$ — rotation-minute survivors, not dress cap.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Tail: max = $43$ (team\_id 2655 $2,019$); $115$ BYU spike gone — dash rows dropped at panel build (SCOUT Aug $2,026$).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Red dashed = NCAA dress cap $15$; empirical caps in PD21 use min-20 multiset.</a:t>
            </a:r>
          </a:p>
          <a:p>
            <a:pPr>
              <a:buChar char="•"/>
              <a:lnSpc>
                <a:spcPct val="150000"/>
              </a:lnSpc>
              <a:spcBef>
                <a:spcPts val="0"/>
              </a:spcBef>
              <a:spcAft>
                <a:spcPts val="0"/>
              </a:spcAft>
            </a:pPr>
            <a:r>
              <a:rPr sz="1000" b="0" i="0" baseline="0">
                <a:latin typeface="Calibri"/>
              </a:rPr>
              <a:t>  Left: team-season counts; right: normalized — bulk mass sits $14$–$17$ after box QC.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84048" y="6089904"/>
            <a:ext cx="11423599" cy="384048"/>
          </a:xfrm>
          <a:prstGeom prst="rect">
            <a:avLst/>
          </a:prstGeom>
          <a:noFill/>
        </p:spPr>
        <p:txBody>
          <a:bodyPr wrap="square">
            <a:spAutoFit/>
          </a:bodyPr>
          <a:lstStyle/>
          <a:p>
            <a:pPr algn="l"/>
            <a:r>
              <a:rPr sz="1100" b="1" i="0" baseline="0">
                <a:latin typeface="Calibri"/>
              </a:rPr>
              <a:t>Claim (PD22 backup): After box QC, team-season roster counts cluster near NCAA dress cap $15$; empirical hero caps (min $\geq 20$) count rotation-minute contributors — not game-day dress lists.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