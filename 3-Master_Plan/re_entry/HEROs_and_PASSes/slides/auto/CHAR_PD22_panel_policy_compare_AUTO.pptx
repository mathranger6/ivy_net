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79"/>
    <p:restoredTop sz="94687"/>
  </p:normalViewPr>
  <p:slideViewPr>
    <p:cSldViewPr snapToGrid="0" snapToObjects="1">
      <p:cViewPr varScale="1">
        <p:scale>
          <a:sx n="186" d="100"/>
          <a:sy n="186" d="100"/>
        </p:scale>
        <p:origin x="216" y="1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D22_panel_policy_compare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924" y="1023477"/>
            <a:ext cx="7307627" cy="47196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panel policy: drop vs PPM-zero at min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4197111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item 9 · policy compare · 2011-2021 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drop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0.000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PPM-zero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0.570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197111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58184" y="1461860"/>
                <a:ext cx="4905350" cy="428122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PD22 item 9: panel policy compare at min 20 — drop (PD21 default) vs PPM-zero.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floor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Longitudinal bracket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: drop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vs PPM-zero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=0.570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(legacy JSON — pre-box-QC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target).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mean (current panel, item 8): drop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=0.0642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vs PPM-zero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=0.0653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Seasons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drop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/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PPM-zero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Recommendation: </a:t>
                </a:r>
                <a:r>
                  <a:rPr sz="1000" b="1" i="0" baseline="0" dirty="0">
                    <a:latin typeface="Calibri"/>
                  </a:rPr>
                  <a:t>drop</a:t>
                </a:r>
                <a:r>
                  <a:rPr sz="1000" b="0" i="0" baseline="0" dirty="0">
                    <a:latin typeface="Calibri"/>
                  </a:rPr>
                  <a:t> — PPM-zero inflates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without proportional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gain;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partial shrinkage not pursued.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Top: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. Bottom: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(items 6–8 context).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84" y="1461860"/>
                <a:ext cx="4905350" cy="42812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089904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(PD22): At min 20, drop vs PPM-zero — bracket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100" b="1" i="0" baseline="0" dirty="0">
                    <a:latin typeface="Calibri"/>
                  </a:rPr>
                  <a:t> and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decide which panel policy enters PD21 calibration.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89904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202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2</cp:revision>
  <dcterms:created xsi:type="dcterms:W3CDTF">2013-01-27T09:14:16Z</dcterms:created>
  <dcterms:modified xsi:type="dcterms:W3CDTF">2026-08-18T14:15:58Z</dcterms:modified>
  <cp:category/>
</cp:coreProperties>
</file>