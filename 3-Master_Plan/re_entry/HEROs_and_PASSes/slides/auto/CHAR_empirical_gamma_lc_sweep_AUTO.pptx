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PD17 — Empirical \gamma sweep: team L_C on real rosters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team smooth L_C · PPM z · min 20 min · \theta = 2.295 z-units (K/N=0.0182) fixed across \gamma arms</a:t>
            </a:r>
          </a:p>
        </p:txBody>
      </p:sp>
      <p:pic>
        <p:nvPicPr>
          <p:cNvPr id="4" name="Picture 3" descr="EMPIRICAL_L_C_gamma_sweep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816" y="1033272"/>
            <a:ext cx="8560063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202936"/>
            <a:ext cx="368594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 baseline="0">
                <a:latin typeface="Calibri"/>
              </a:rPr>
              <a:t>OAT on real panel: fixed \theta (K/N cutline on PPM z); only \gamma in \sigma(\gamma(\hat{A}-\theta))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2874" y="5202936"/>
            <a:ext cx="368594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 baseline="0">
                <a:latin typeface="Calibri"/>
              </a:rPr>
              <a:t>Arms: \gamma \in {10, 5, 1, 0.5, 0.001} — same team-seasons, same rosters.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1700" y="5202936"/>
            <a:ext cx="368594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 baseline="0">
                <a:latin typeface="Calibri"/>
              </a:rPr>
              <a:t>At \gamma=10: mean L_C=0.029, 84\% teams below 0.05.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5961888"/>
            <a:ext cx="74253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 baseline="0">
                <a:latin typeface="Calibri"/>
              </a:rPr>
              <a:t>At \gamma \approx 0: mean L_C=0.499, max L_C=0.500 — spread opens on z-scale.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(PD17): On real rosters, γ reshapes team L_C — high γ compresses viability near 0 on the PPM-z scale; low γ spreads L_C into the interior of [0,1].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