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ESPN box coverage by season (2013→2014 depth break)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ESPN box coverage · 2013–2021 · 2013→2014 raw +$83.3\%$ · min-20 +$2.7\%$</a:t>
            </a:r>
          </a:p>
        </p:txBody>
      </p:sp>
      <p:pic>
        <p:nvPicPr>
          <p:cNvPr id="4" name="Picture 3" descr="PD22_espn_coverage_by_season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 (SCOUT Aug 2026): frozen \texttt{mbb\_df\_player\_box.csv} — season coverage for $\rho$ timeseries jump.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Source: distinct player-season rows aggregated from ESPN box (2011–2021); CSV not rewritten on disk.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2013→2014 raw player-seasons: $5,801\rightarrow10,633$ ($83.3\%$); games $3.4\%$ only.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 depth: median players/team-season $23.1\%$; mean box rows/game/team $15.9\%$ — ESPN lists more bench lines from 2014.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Overlap teams only ($464$ schools): player-seasons $5,388\rightarrow7,783$ (+44\% on same team\_ids).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panel (box QC + min $\geq 20$): $4,135\rightarrow4,248$ ($2.7\%$).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raw aggregate jumps at 2014; orange min-20 line flat — use for PD21 $\rho$ calibration, not ppm0lt20.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Right: median roster size and rows/game/team — SCOUT verify against ESPN API sample games 2013 vs 2014.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2013→2014 jump in raw player-season counts is ESPN box **depth** (more players listed per game), not doubled games — hero min-20 panel is longitudinal-safe for $\rho$ / $H_{\mathrm{sort}}$.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