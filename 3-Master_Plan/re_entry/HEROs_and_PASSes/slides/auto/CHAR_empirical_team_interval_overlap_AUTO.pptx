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PD17 — Empirical team \hat{A}_{i} interval overlap (\rho diagnostic)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PPM z within season · min 20 min · poolq winsor 0.01–0.99 · 6,492 team-seasons (530 CELL 8 port)</a:t>
            </a:r>
          </a:p>
        </p:txBody>
      </p:sp>
      <p:pic>
        <p:nvPicPr>
          <p:cNvPr id="4" name="Picture 3" descr="EMPIRICAL_team_interval_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069" y="1033272"/>
            <a:ext cx="6519484" cy="4983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Each team-season: talent window [\min \hat{A}_{i}, \max \hat{A}_{i}] on PPM z.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Coverage = how many windows cover a point on the spectrum (530 CELL 8).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Red dashed: disjoint sort-and-chop on same player-seasons (537 B analog).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Actual max coverage=6,305; sort-and-chop max=7.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86\% of grid points have &gt;1 team covering.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Roster span: mean=2.98 z, median=2.87 z (6,492 team-seasons).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Pairs with Phase B \rho slide — sim \rho dials overlap between these curves.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(PD17): Real NCAA rosters leave massively overlapping team talent windows — the empirical target \rho was meant to match in sim (530 CELL 8 / 538 Plot 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