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70" d="100"/>
          <a:sy n="170" d="100"/>
        </p:scale>
        <p:origin x="216" y="2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diagnostic)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blipFill>
                <a:blip r:embed="rId2"/>
                <a:stretch>
                  <a:fillRect l="-1018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14221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PPM z within season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(530 CELL 8 port)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142212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MPIRICAL_team_interval_overl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069" y="1033272"/>
            <a:ext cx="6519484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Real NCAA rosters leave massively overlapping team talent windows — full 2011–2021 panel target for \rho characterization (530 CELL 8).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3CA96-92E5-5E38-04CC-FCAA87134494}"/>
                  </a:ext>
                </a:extLst>
              </p:cNvPr>
              <p:cNvSpPr txBox="1"/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coverage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=6,305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sort-and-chop max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 Normalized peak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=0.97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=2.98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z, median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=2.87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FontTx/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dirty="0"/>
                  <a:t>Full panel 2011–2021 — pooled team-seasons (not 1:1 with single-season sim)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3CA96-92E5-5E38-04CC-FCAA87134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blipFill>
                <a:blip r:embed="rId5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222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2026-08-11T17:28:10Z</dcterms:modified>
  <cp:category/>
</cp:coreProperties>
</file>