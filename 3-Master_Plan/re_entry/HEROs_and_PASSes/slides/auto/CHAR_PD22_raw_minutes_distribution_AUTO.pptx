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Raw panel season-minutes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raw panel minutes · 2011-2021 · median = 344 min · 21.9\% below 20 min</a:t>
            </a:r>
          </a:p>
        </p:txBody>
      </p:sp>
      <p:pic>
        <p:nvPicPr>
          <p:cNvPr id="4" name="Picture 3" descr="PD22_raw_minutes_distribu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795" y="1051560"/>
            <a:ext cx="7134105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2: season-minutes on box-QC panel (min\_minutes=0 rebuild).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$\geq$11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59,283 player-seasons · 1,177 ever-draft rows.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Median minutes = 344; 90th percentile = 963.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Zero-minute rows: 7,051 (11.9\% of panel).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Below 10 min: 17.7\%; below 20 min: 21.9\% (hero lock).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Ever-draft below 20 min: 3.7\% (median drafted = 979 min).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empirical cumulative distribution function (ECDF) — all vs ever-draft; teal = 10 min, red = 20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Right: histogram zoom 0–150 min — low-minute mass driving floor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(Alex, PD22): Minutes floor must be grounded in the raw roster distribution — not an arbitrary cut — before we defend min 20 min for $\rho$ / ASSIGN panels.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