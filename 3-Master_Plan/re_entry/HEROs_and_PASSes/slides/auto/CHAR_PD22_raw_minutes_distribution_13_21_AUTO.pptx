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Raw panel season-minutes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· raw panel minutes · 2013-2021 · median = $323$ min · $23.7\%$ below $20$ min</a:t>
            </a:r>
          </a:p>
        </p:txBody>
      </p:sp>
      <p:pic>
        <p:nvPicPr>
          <p:cNvPr id="4" name="Picture 3" descr="PD22_raw_minutes_distribution_2013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795" y="1051560"/>
            <a:ext cx="7134105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item 2: season-minutes on box-QC panel (min\_minutes=0 rebuild).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Box QC at panel build: drop dash-name placeholders; keep team-seasons with $\geq 11$ distinct games in box (frozen CSV untouched).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2013-2021 MBB · $49,955$ player-seasons · $926$ ever-draft rows.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Median minutes = $323$; 90th percentile = $956$.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Zero-minute rows: $6,909$ ($13.8\%$ of panel).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Below $10$ min: $19.6\%$; below $20$ min: $23.7\%$ (hero lock).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Ever-draft below $20$ min: $4.8\%$ (median drafted = $972$ min).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Left: empirical cumulative distribution function (ECDF) — all vs ever-draft; teal = $10$ min, red = $20$ min.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Right: histogram zoom $0$–$150$ min — low-minute mass driving floor choice.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(PD22): Minutes floor must be grounded in the raw roster distribution — not an arbitrary cut — before we defend min 20 min for $\rho$ / ASSIGN panels.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