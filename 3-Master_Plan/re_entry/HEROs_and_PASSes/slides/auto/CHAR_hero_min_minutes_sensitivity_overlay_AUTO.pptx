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Hero sensitivity — min\_minutes overlay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MBB 2011-2021 · same bins, three floors</a:t>
            </a:r>
          </a:p>
        </p:txBody>
      </p:sp>
      <p:pic>
        <p:nvPicPr>
          <p:cNvPr id="4" name="Picture 3" descr="HERO_min_minutes_sensitivity_overlay_2011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584024"/>
            <a:ext cx="7427671" cy="3881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3849624"/>
            <a:ext cx="37947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Hero x-axis: draft rate vs poolq_loo ventiles · MBB 2011-2021 · 16 quantile.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min\_minutes defines who enters the panel and LOO peer pool — not neutral QC.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min=0: $n=82,893$, drafted=1,136, bin16=1.39\%, inverted_u_like.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min=10: $n=72,687$, drafted=1,136, bin16=1.08\%, inverted_u_like.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min=20: $n=62,180$, drafted=1,134, bin16=1.16\%, inverted_u_like.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Overlay: same estimand, different playing-time floors.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We are not simulating minutes in LG.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Talking point: pattern is not an artifact of one arbitrary cutoff.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