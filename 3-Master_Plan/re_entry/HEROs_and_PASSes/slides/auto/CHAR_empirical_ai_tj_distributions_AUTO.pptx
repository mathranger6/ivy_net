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PD17 — Empirical MBB inputs: \hat{A}_{i} and \hat{T}_{j}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PPM z within season · min 20 min · poolq winsor 0.01–0.99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51560"/>
            <a:ext cx="3063240" cy="4928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Realized rosters — descriptive inputs, not sim draws.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\hat{A}_{i} — player ability (one value per player-season).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Right: \hat{T}_{j} — mean \hat{A}_{i} on roster (team-season; not LOO).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\hat{T}_{j} is tighter than \hat{A}_{i} (averaging shrinks spread).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This run: mean \hat{A}_{i}=-0.001, mean \hat{T}_{j}=0.011 (sd 0.995 / 0.401).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PD17 \theta proxy: K/N=0.0182 (1,134 drafted / 62,180 player-seasons).</a:t>
            </a:r>
          </a:p>
        </p:txBody>
      </p:sp>
      <p:pic>
        <p:nvPicPr>
          <p:cNvPr id="5" name="Picture 4" descr="EMPIRICAL_Ai_Tj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820537"/>
            <a:ext cx="8177479" cy="33906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(PD17): World-first inputs from the real MBB panel — \hat{A}_{i} per player-season and \hat{T}_{j} per team-season. Not T_{j^*} (sim assignment targets).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