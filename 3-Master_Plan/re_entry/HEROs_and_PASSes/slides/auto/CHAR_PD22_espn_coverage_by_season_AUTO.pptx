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 snapToObjects="1">
      <p:cViewPr varScale="1">
        <p:scale>
          <a:sx n="223" d="100"/>
          <a:sy n="223" d="100"/>
        </p:scale>
        <p:origin x="21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ESPN box coverage by season (2013→2014 depth break)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4607352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ESPN box coverage · 2011–2021 · 2013→2014 raw +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83.3%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min-20 +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2.7%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607352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D22_espn_coverage_by_season_2011_2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75" y="1051560"/>
            <a:ext cx="9381744" cy="39502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5080635"/>
                <a:ext cx="11423599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backup (SCOUT Aug 2026): frozen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𝚖𝚋𝚋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𝚍𝚏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𝚙𝚕𝚊𝚢𝚎𝚛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𝚋𝚘𝚡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𝚌𝚜𝚟</m:t>
                        </m:r>
                      </m:e>
                    </m:box>
                  </m:oMath>
                </a14:m>
                <a:r>
                  <a:rPr sz="1000" b="0" i="0" baseline="0" dirty="0">
                    <a:latin typeface="Calibri"/>
                  </a:rPr>
                  <a:t> — season coverage for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timeseries jump.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Source: distinct player-season rows aggregated from ESPN box (2011–2021); CSV not rewritten on disk.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2013→2014 raw player-seasons: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5,801→10,633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83.3%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); games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3.4%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only.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Roster depth: median players/team-season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23.1%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mean box rows/game/team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15.9%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ESPN lists more bench lines from 2014.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Overlap teams only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464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schools): player-seasons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5,388→7,783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+44%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 same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𝑖𝑑𝑠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Hero panel (box QC + min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4,135→4,248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2.7%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raw aggregate jumps at 2014; orange min-20 line flat — use for PD21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calibration, not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Right: median roster size and rows/game/team — SCOUT verify against ESPN API sample games 2013 vs 2014.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080635"/>
                <a:ext cx="11423599" cy="1323439"/>
              </a:xfrm>
              <a:prstGeom prst="rect">
                <a:avLst/>
              </a:prstGeom>
              <a:blipFill>
                <a:blip r:embed="rId4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324219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 backup): 2013→2014 jump in raw player-season counts is ESPN box </a:t>
                </a:r>
                <a:r>
                  <a:rPr sz="1100" b="1" i="1" baseline="0" dirty="0">
                    <a:latin typeface="Calibri"/>
                  </a:rPr>
                  <a:t>depth</a:t>
                </a:r>
                <a:r>
                  <a:rPr lang="en-US" sz="1100" b="1" i="0" baseline="0" dirty="0">
                    <a:latin typeface="Calibri"/>
                  </a:rPr>
                  <a:t> </a:t>
                </a:r>
                <a:r>
                  <a:rPr sz="1100" b="1" i="0" baseline="0" dirty="0">
                    <a:latin typeface="Calibri"/>
                  </a:rPr>
                  <a:t>(more players listed per game), not doubled games — hero min-20 panel is longitudinal-safe for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324219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247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2</cp:revision>
  <dcterms:created xsi:type="dcterms:W3CDTF">2013-01-27T09:14:16Z</dcterms:created>
  <dcterms:modified xsi:type="dcterms:W3CDTF">2026-08-18T03:10:22Z</dcterms:modified>
  <cp:category/>
</cp:coreProperties>
</file>