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NCAA vs LG — roster sizes fed into the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MBB 2011-2021 · min 20 min · NCAA mean=9.6 vs LG $C=15$ · 6,492 vs 4,140 team-seasons</a:t>
            </a:r>
          </a:p>
        </p:txBody>
      </p:sp>
      <p:pic>
        <p:nvPicPr>
          <p:cNvPr id="4" name="Picture 3" descr="GRANDCHILD_ncaa_vs_lg_roster_size_compare_2011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2070522"/>
            <a:ext cx="7427671" cy="29089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3849624"/>
            <a:ext cx="37947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Players per team-season after \geq 20 ESPN box minutes (same panel as PD17 hero).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Left: NCAA real (team_id, season) units — $n=6,492$, mean=9.6, median=11.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Right: LG synthetic leagues — $n=4,140$, every roster $C=15$ (J = N/15 per season, stacked).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Red dotted: NCAA mean. Orange dashed: LG fixed capacity.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Only 2.3\% of NCAA team-seasons have exactly 15 qualifying players; LG always uses 15.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Same ~62k player-season ability pool; different team-unit structure fed to LOO / L_C.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Estimand: rotation-peer pools (not full roster sheets; not a minutes simulator).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Companion: grandchild_assign/GRANDCHILD_ncaa_roster_size_distribution_2011_2021.png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 (PD17 / LG): The minutes floor defines who counts as a roster peer — NCAA empirical team-units are thinner and variable; LG repacks the same ability pool into fixed C=15 synthetic leagues.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