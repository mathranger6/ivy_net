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PPM distribution: filtered-out tail vs hero ASSIGN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PPM tails · 2011-2021 · $103$ sub-20-min rows with PPM $&gt; 1$</a:t>
            </a:r>
          </a:p>
        </p:txBody>
      </p:sp>
      <p:pic>
        <p:nvPicPr>
          <p:cNvPr id="4" name="Picture 3" descr="PD22_ppm_distribution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933" y="1051560"/>
            <a:ext cx="7285829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items 3–4: points-per-minute (PPM) — filtered-out tail vs hero ASSIGN input.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 11$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2011-2021 MBB · hero lock min = $20$ min.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Item 3 (left): $12,977$ rows with minutes $&lt; 20$ ($7,051$ at $0$ min excluded from PPM hist).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Sub-20-min with PPM $&gt; 1$: $103$; max raw PPM in tail: $6.00$.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Item 4 (right): hero panel $n =$ $46,306$ — raw PPM then PPM z within season (PD21 ASSIGN ability; empirical roster caps are separate).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Hero raw PPM median = $0.308$; standardized ability median = $-0.04$.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why minutes matter (garbage-time PPM spikes). Right: what enters homophily calibration after the floor.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hero panel + PPM z within season (PD21 ASSIGN 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(Alex, PD22): Minutes floor guards against noisy PPM tails — sub-20-min rows include extreme points-per-minute spikes; hero ASSIGN uses PPM z-scored within season on the min-20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