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Homophily $\rho$ vs realized assortativity $H_{sort}$ (LG sim)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LG ASSIGN · 2015 PPM z · J=402, C=15 · \rho \in [0, 1] · 30 reps/arm</a:t>
            </a:r>
          </a:p>
        </p:txBody>
      </p:sp>
      <p:pic>
        <p:nvPicPr>
          <p:cNvPr id="4" name="Picture 3" descr="GRANDCHILD_rho_vs_assorta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066982"/>
            <a:ext cx="7427671" cy="4916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 = LG ASSIGN homophily knob in \exp(-\rho|\hat{A}_i - \mu_j|).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point: mean \pm 1 SD of H_{sort} over stochastic LG realizations.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realized assortativity on the assigned partition (0 none, 1 full).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\rho=0: H_{sort} \approx 0.066 \to \rho=1: H_{sort} \approx 0.322.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2015 empirical PPM z · J=402 · C=15 · 30 reps × 21 \rho arms.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\rho is generative (ASSIGN); H_{sort} is measured sorting — not the same object.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(Alex): Higher ASSIGN homophily \rho should raise realized assortativity — LG one-shot league on 2015 PPM z shows monotonic H_{sort}(\rho).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