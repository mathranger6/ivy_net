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Homophily $\rho$ vs realized assortativity $H_{sort}$ (Grandchild sim)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Grandchild ASSIGN · 2015 PPM z · J=402, C=15 · \rho \in [0, 1] · 30 reps/arm</a:t>
            </a:r>
          </a:p>
        </p:txBody>
      </p:sp>
      <p:pic>
        <p:nvPicPr>
          <p:cNvPr id="4" name="Picture 3" descr="GRANDCHILD_rho_vs_assorta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9976" y="1066982"/>
            <a:ext cx="7427671" cy="49160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4048" y="3849624"/>
            <a:ext cx="37947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\rho = Grandchild ASSIGN homophily knob in \exp(-\rho|\hat{A}_i - \mu_j|).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Each point: mean \pm 1 SD of H_{sort} over stochastic Grandchild realizations.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H_{sort} = 1 - \sum_i(\hat{A}_i - \hat{\mu}_{g(i)})^2 / \sum_i(\hat{A}_i - \bar{A})^2 — realized sorting on a fixed partition.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H_{sort} = realized assortativity on the assigned partition (0 none, 1 full).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\rho=0: H_{sort} \approx 0.066 \to \rho=1: H_{sort} \approx 0.322.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2015 empirical PPM z · J=402 · C=15 · 30 reps × 21 \rho arms.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VECTOR lock: \rho is generative (ASSIGN); H_{sort} is measured sorting — not the same object.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VECTOR lock: H_{sort} is realized sorting — not the generative homophily knob \rho.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Claim (Alex): Higher ASSIGN homophily \rho should raise realized assortativity — Grandchild one-shot league on 2015 PPM z shows monotonic H_{sort}(\rho).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