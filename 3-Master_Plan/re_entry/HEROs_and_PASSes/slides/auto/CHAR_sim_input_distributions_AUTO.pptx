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42359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800"/>
              <a:t>Phase B — Simulated league inputs: actual </a:t>
            </a:r>
            <a:r>
              <a:rPr sz="1800" i="1">
                <a:latin typeface="Cambria Math"/>
              </a:rPr>
              <a:t>A</a:t>
            </a:r>
            <a:r>
              <a:rPr sz="1600" i="1" baseline="-25000">
                <a:latin typeface="Cambria Math"/>
              </a:rPr>
              <a:t>i</a:t>
            </a:r>
            <a:r>
              <a:rPr sz="1800"/>
              <a:t> and </a:t>
            </a:r>
            <a:r>
              <a:rPr sz="1800" i="1">
                <a:latin typeface="Cambria Math"/>
              </a:rPr>
              <a:t>T</a:t>
            </a:r>
            <a:r>
              <a:rPr sz="1600" i="1" baseline="-25000">
                <a:latin typeface="Cambria Math"/>
              </a:rPr>
              <a:t>j^*</a:t>
            </a:r>
            <a:r>
              <a:rPr sz="1800"/>
              <a:t> draws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76656"/>
            <a:ext cx="1142359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539 preset · seed 42 · </a:t>
            </a:r>
            <a:r>
              <a:rPr sz="900" i="1">
                <a:latin typeface="Cambria Math"/>
              </a:rPr>
              <a:t>N=5,600</a:t>
            </a:r>
            <a:r>
              <a:rPr sz="900"/>
              <a:t> players · 350 teams × roster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05840"/>
            <a:ext cx="306324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One draw reused across all OAT arms — only placement / score rules change.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Left: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∼</a:t>
            </a:r>
            <a:r>
              <a:rPr sz="900"/>
              <a:t> Beta(2,2) on [0,1] — unimodal, mean </a:t>
            </a:r>
            <a:r>
              <a:rPr sz="900" i="1">
                <a:latin typeface="Cambria Math"/>
              </a:rPr>
              <a:t>≈ 0.5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Right: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 i="1">
                <a:latin typeface="Cambria Math"/>
              </a:rPr>
              <a:t> ∼</a:t>
            </a:r>
            <a:r>
              <a:rPr sz="900"/>
              <a:t> iid Uniform[0,1] per team — sim assignment targets.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Orange curve = theoretical pdf scaled to histogram bin width.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This run: mean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=0.500</a:t>
            </a:r>
            <a:r>
              <a:rPr sz="900"/>
              <a:t>, mean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 i="1">
                <a:latin typeface="Cambria Math"/>
              </a:rPr>
              <a:t>=0.491</a:t>
            </a:r>
            <a:r>
              <a:rPr sz="900"/>
              <a:t> (sd 0.223 / 0.290).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Not NCAA data — fake league inputs for characterization.</a:t>
            </a:r>
          </a:p>
        </p:txBody>
      </p:sp>
      <p:pic>
        <p:nvPicPr>
          <p:cNvPr id="5" name="Picture 4" descr="SIM_league_Ai_Tj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792428"/>
            <a:ext cx="8177479" cy="3401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/>
            </a:pPr>
            <a:r>
              <a:rPr sz="1000"/>
              <a:t>Claim: Phase B fixes one stochastic league draw (seed 42) — </a:t>
            </a:r>
            <a:r>
              <a:rPr sz="10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1000"/>
              <a:t> and </a:t>
            </a:r>
            <a:r>
              <a:rPr sz="10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1000"/>
              <a:t> are the inputs every OAT arm reuses; only ASSIGN / SCORE knobs change across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