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Games per team-season after box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games after box QC · 2013–2021 · $3,152$ team-seasons · median = $32$ · min $\geq 11$</a:t>
            </a:r>
          </a:p>
        </p:txBody>
      </p:sp>
      <p:pic>
        <p:nvPicPr>
          <p:cNvPr id="4" name="Picture 3" descr="PD22_team_season_games_count_after_qc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 (after filter): distinct game\_ids per (team\_id, season) surviving box QC.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$3,152$ team-seasons kept · median = $32$ games · mean = $31.5$ · min = $12$ (all $\geq 11$).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Removed by min\_team\_season\_games=10: $2,403$ team-seasons with $\leq 10$ games (see raw games-count slide).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Dropped dash rows: $175$ game rows before game-count tally.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 one-game spike — bulk mass sits near $28$–$32$ games (normal D-I 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linear counts; right: log $y$ — post-QC panel is what roster-size and minutes diagnostics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After box QC, team-season game counts are full-season D-I coverage ($\geq 11$ games) — low-game tail ($\leq 10$ games) removed before panel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