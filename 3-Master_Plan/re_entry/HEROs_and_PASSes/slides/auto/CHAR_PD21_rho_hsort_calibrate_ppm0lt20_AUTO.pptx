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PD21 — Calibrate homophily $\rho$ to empirical sorting index $H_{\mathrm{sort}}$ (contrast: ppm0lt20 — not for calibration)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PD21 · LG ASSIGN calibration · 2011-2021 · 50 seeds · bracket tol=0.001 · longitudinal $\rho^* \approx 0.57$ · contrast ppm0lt20</a:t>
            </a:r>
          </a:p>
        </p:txBody>
      </p:sp>
      <p:pic>
        <p:nvPicPr>
          <p:cNvPr id="4" name="Picture 3" descr="PD21_rho_hsort_calibrate_2011_2021_ppm0lt20_brac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76" y="1107353"/>
            <a:ext cx="7427671" cy="48353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" y="3849624"/>
            <a:ext cx="37947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PD21 contrast (Aug 2026): ppm0lt20 panel — illustrative only; do not use for locked longitudinal $\rho$ calibration.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Alex (Aug 2026): calibrate ASSIGN $\rho$ so LG simulated $H_{\mathrm{sort}}$ matches empirical NCAA; formal $\rho$ MLE parked.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Panel: 2011–2021 MBB · all roster rows kept · raw PPM$=0$ if minutes$&lt;20$ · no roster caps — contrast / legacy estimand only.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Search: bracket + bisect (tol=0.001), 50 seeds/arm; $H_{\mathrm{sort}}^{\mathrm{sim}}$ monotone in $\rho$.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H_{sort} = 1 - \sum_i(\hat{A}_i - \hat{\mu}_{g(i)})^2 / \sum_i(\hat{A}_i - \bar{A})^2 — realized sorting on a fixed partition.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Longitudinal $\rho^* \approx 0.5695$; mean $H_{\mathrm{sort}}^{\mathrm{sim}}$ at $\rho^*$ = 0.169; mean $H_{\mathrm{sort}}^{\mathrm{emp}}$ = 0.171.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Per-season: 0/11 seasons at $\rho^*=0$; nonzero — 2011: \rho^* \approx 0.0184, 2012: \rho^* \approx 0.0184, 2013: \rho^* \approx 0.103, 2014: \rho^* \approx 0.569, 2015: \rho^* \approx 0.594, …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Legacy reference $\rho=0.5$: mean $|error| \approx 0.061$ vs $\approx 4.6e-06$ at $\rho^*$.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Figure bottom-right inset: per-season $\rho^*$ — red dots jump at 2014; dotted line = mean $\rho^*$ across seasons.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2013$\rightarrow$2014 per-season $\rho^*$: $0.103\rightarrow0.569$ — coincides with raw ESPN player-season count jump; not used for locked calibration.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Contrast slide only: ppm0lt20 (all roster rows, PPM$=0$ if min$&lt;20$, no caps) inflates $\rho^*$ and the 2013$\rightarrow$2014 per-season jump — do not use for locked calibration.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Footer claim on this slide is about contrast failure mode — not the hero-panel near-zero $\rho^*$ story on the hero calibration slide (HAND20 slide 14).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VECTOR lock: H_{sort} is realized sorting — not the generative homophily knob \rho.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Figure: small multiples — blue sim curve, red empirical line, green $\rho^*$ (x-axis zoomed to evaluated bracket).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 (PD21 contrast): ppm0lt20 inflates longitudinal $\rho^* \approx 0.57$ — not the hero estimand; 2013$\rightarrow$2014 per-season jump traces ESPN box-depth break (PD22 ESPN coverage — HAND20 slide 9).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