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PD17 — Empirical vs sim interval overlap (\rho calibration 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Assign block capstone · empirical MBB vs 539 sim · same coverage diagnostic</a:t>
            </a:r>
          </a:p>
        </p:txBody>
      </p:sp>
      <p:pic>
        <p:nvPicPr>
          <p:cNvPr id="4" name="Picture 3" descr="EMPIRICAL_rho_coverag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361588"/>
            <a:ext cx="7427671" cy="2326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758184"/>
            <a:ext cx="3794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Three panels: empirical (left) · four \rho arms (center) · \rho=1\to32 sweep (right).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Same A_i / T_{j^*} draw across sim panels; seed fixed.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max coverage=6,305; sort-and-chop max=7.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Center: \rho\in\{0.001, 1, 8, 32\}; right sweep peaks \rho=1 \rightarrow 1000, \rho=32 \rightarrow 588.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Sim sort-and-chop peak=1 on both sim panels.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PPM z vs [0,1] ability — compare shape, seed 42.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Real rosters sit at high coverage peak — sim \rho must be tuned so soft assign matches that overlap, not sort-and-chop.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