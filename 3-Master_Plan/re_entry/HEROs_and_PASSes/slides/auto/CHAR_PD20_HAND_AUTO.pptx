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2"/>
    <p:restoredTop sz="94629"/>
  </p:normalViewPr>
  <p:slideViewPr>
    <p:cSldViewPr snapToGrid="0" snapToObjects="1">
      <p:cViewPr varScale="1">
        <p:scale>
          <a:sx n="158" d="100"/>
          <a:sy n="158" d="100"/>
        </p:scale>
        <p:origin x="208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PD20 — Gibbs SELECT (temperature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blipFill>
                <a:blip r:embed="rId2"/>
                <a:stretch>
                  <a:fillRect l="-1502"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inverted-U before MLE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PD20: replace deterministic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with Gibbs rule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in the denominator (stat-</a:t>
                </a:r>
                <a:r>
                  <a:rPr sz="2400" b="0" i="0" baseline="0" dirty="0" err="1">
                    <a:latin typeface="Calibri"/>
                  </a:rPr>
                  <a:t>phys</a:t>
                </a:r>
                <a:r>
                  <a:rPr sz="24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Sim bridge: rule D = Gibbs weights +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draws without replacement.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SCORE unchanged: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in ASSIGN only.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Priority: sweep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— prove inverted-U survives </a:t>
                </a:r>
                <a:r>
                  <a:rPr sz="2400" b="1" i="0" baseline="0" dirty="0">
                    <a:latin typeface="Calibri"/>
                  </a:rPr>
                  <a:t>before</a:t>
                </a:r>
                <a:r>
                  <a:rPr sz="2400" b="0" i="0" baseline="0" dirty="0">
                    <a:latin typeface="Calibri"/>
                  </a:rPr>
                  <a:t>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ASSIGN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—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(binding).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blipFill>
                <a:blip r:embed="rId4"/>
                <a:stretch>
                  <a:fillRect l="-889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Goal: soft SELECT must not erase the phenomenological inverted-U on LOO pool quality.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Temperature sweep — rule D (Gibbs +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draws)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blipFill>
                <a:blip r:embed="rId2"/>
                <a:stretch>
                  <a:fillRect l="-1211" t="-9375" r="-24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MBB 2011-2021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1.5,2</m:t>
                        </m:r>
                      </m:e>
                    </m:d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sz="14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blipFill>
                <a:blip r:embed="rId3"/>
                <a:stretch>
                  <a:fillRect l="-69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temperature_select_sweep_2011_2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540541"/>
            <a:ext cx="6671907" cy="54762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SELECT: draft rate vs LOO (left) and pool mean (right) — Hero axes.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rule D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panels 1.5, 2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LOO: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9/13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10/13 $t$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near hard cut; hot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flattens toward uniform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-draws.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Pool mean often stays monotone — same PD17 readout limitation.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blipFill>
                <a:blip r:embed="rId5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check LOO panels at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–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— does a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window preserve inverted-U vs empirical?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Cold limit — rule C vs rule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same seeds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temperature_cold_limit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247" y="993753"/>
            <a:ext cx="9311507" cy="38741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ASSIGN seeds; only SELECT rule differs (C = top-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 = cold Gibbs).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bin gap C vs D: LOO = 0.00e+00, pool mean = 0.00e+00.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 curvature: C = inverted u like; D =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Expect overlay coincidence at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(Gibbs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hard ranking).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Numerical match flag: True (gap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on binned curves).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rule D at cold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reproduces rule C bin-for-bin — Gibbs SELECT nests the old top-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limit.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30886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 baseline="0" dirty="0">
                <a:latin typeface="Calibri"/>
              </a:rPr>
              <a:t>MBB 2011-2021 · empirical caps · rule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 gate (LOO): inverted-U survives Gibbs SELECT at breakpoint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Full panel: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9/13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10/13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≈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(slide 3); mid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shows hump on LOO.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Hot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uniform-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limit (flattening) — different failure mode.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Open for Alex: K-draw vs literal </a:t>
                </a:r>
                <a:r>
                  <a:rPr sz="2400" b="0" i="0" baseline="0" dirty="0" err="1">
                    <a:latin typeface="Calibri"/>
                  </a:rPr>
                  <a:t>softmax</a:t>
                </a:r>
                <a:r>
                  <a:rPr sz="2400" b="0" i="0" baseline="0" dirty="0">
                    <a:latin typeface="Calibri"/>
                  </a:rPr>
                  <a:t> Bernoulli for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Next: MLE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(and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);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 separately.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blipFill>
                <a:blip r:embed="rId2"/>
                <a:stretch>
                  <a:fillRect l="-889" b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PD20 step 4 cleared on LOO: proceed to MLE design once K-draw semantics are confirmed with Alex.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534</Words>
  <Application>Microsoft Macintosh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4</cp:revision>
  <dcterms:created xsi:type="dcterms:W3CDTF">2013-01-27T09:14:16Z</dcterms:created>
  <dcterms:modified xsi:type="dcterms:W3CDTF">2026-08-13T21:11:10Z</dcterms:modified>
  <cp:category/>
</cp:coreProperties>
</file>