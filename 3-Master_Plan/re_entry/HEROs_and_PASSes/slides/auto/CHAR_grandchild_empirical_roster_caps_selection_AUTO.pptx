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Empirical caps — SELECT vs Hero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MBB 2011-2021 · LOO still monotone · empirical inverted-U</a:t>
            </a:r>
          </a:p>
        </p:txBody>
      </p:sp>
      <p:pic>
        <p:nvPicPr>
          <p:cNvPr id="4" name="Picture 3" descr="GRANDCHILD_empirical_roster_caps_selection_2011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979839"/>
            <a:ext cx="7427671" cy="30903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3849624"/>
            <a:ext cx="3794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SELECT: draft rate vs LOO peer quality (left) and pool mean (right).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MBB 2011-2021 · empirical caps · $\rho=0.5$ · default $\lambda$.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Empirical LOO: inverted u like (peak bin 11, 2.62\%).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LG empirical caps: monotone increasing on LOO.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Roster-size alignment does not recover Hero inverted-U alone.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$\rho$ = ASSIGN sorting; $\lambda$ = SCORE congestion penalty — next sweep.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C sweep and exact caps both monotone — shape gap is not headcount.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Talking point: input fix necessary but not sufficient — λ sweep on SELECT is the next experiment.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