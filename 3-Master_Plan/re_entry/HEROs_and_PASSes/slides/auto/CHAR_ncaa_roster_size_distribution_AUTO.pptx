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46"/>
    <p:restoredTop sz="94658"/>
  </p:normalViewPr>
  <p:slideViewPr>
    <p:cSldViewPr snapToGrid="0" snapToObjects="1">
      <p:cViewPr varScale="1">
        <p:scale>
          <a:sx n="116" d="100"/>
          <a:sy n="116" d="100"/>
        </p:scale>
        <p:origin x="1832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219456"/>
            <a:ext cx="11423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 baseline="0">
                <a:latin typeface="Calibri"/>
              </a:rPr>
              <a:t>NCAA roster sizes after the minutes filter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713232"/>
            <a:ext cx="11423599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 baseline="0">
                <a:latin typeface="Calibri"/>
              </a:rPr>
              <a:t>MBB 2011-2021 · min 20 min · mean=9.6 vs LG $C=15$</a:t>
            </a:r>
          </a:p>
        </p:txBody>
      </p:sp>
      <p:pic>
        <p:nvPicPr>
          <p:cNvPr id="4" name="Picture 3" descr="GRANDCHILD_ncaa_roster_size_distribution_2011_2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273" y="916050"/>
            <a:ext cx="10375454" cy="40634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89127" y="5405189"/>
            <a:ext cx="11095528" cy="565952"/>
          </a:xfrm>
          <a:prstGeom prst="rect">
            <a:avLst/>
          </a:prstGeom>
          <a:noFill/>
        </p:spPr>
        <p:txBody>
          <a:bodyPr wrap="square" numCol="2">
            <a:noAutofit/>
          </a:bodyPr>
          <a:lstStyle/>
          <a:p>
            <a:pPr>
              <a:buChar char="•"/>
            </a:pPr>
            <a:r>
              <a:rPr sz="1000" b="0" i="0" baseline="0" dirty="0">
                <a:latin typeface="Calibri"/>
              </a:rPr>
              <a:t>  Qualifying players per real NCAA team-season (\</a:t>
            </a:r>
            <a:r>
              <a:rPr sz="1000" b="0" i="0" baseline="0" dirty="0" err="1">
                <a:latin typeface="Calibri"/>
              </a:rPr>
              <a:t>geq</a:t>
            </a:r>
            <a:r>
              <a:rPr sz="1000" b="0" i="0" baseline="0" dirty="0">
                <a:latin typeface="Calibri"/>
              </a:rPr>
              <a:t> 20 ESPN minutes).</a:t>
            </a:r>
          </a:p>
          <a:p>
            <a:pPr>
              <a:buChar char="•"/>
            </a:pPr>
            <a:r>
              <a:rPr sz="1000" b="0" i="0" baseline="0" dirty="0">
                <a:latin typeface="Calibri"/>
              </a:rPr>
              <a:t>  $n=6,492$ team-seasons · mean=9.6 · median=11 · sd=3.6.</a:t>
            </a:r>
          </a:p>
          <a:p>
            <a:pPr>
              <a:buChar char="•"/>
            </a:pPr>
            <a:r>
              <a:rPr sz="1000" b="0" i="0" baseline="0" dirty="0">
                <a:latin typeface="Calibri"/>
              </a:rPr>
              <a:t>  Red dotted = NCAA mean; orange dashed = LG fixed $C=15$.</a:t>
            </a:r>
          </a:p>
          <a:p>
            <a:pPr>
              <a:buChar char="•"/>
            </a:pPr>
            <a:r>
              <a:rPr sz="1000" b="0" i="0" baseline="0" dirty="0">
                <a:latin typeface="Calibri"/>
              </a:rPr>
              <a:t>  Only 2.3\% of teams have exactly 15 qualifying players.</a:t>
            </a:r>
          </a:p>
          <a:p>
            <a:pPr>
              <a:buChar char="•"/>
            </a:pPr>
            <a:r>
              <a:rPr sz="1000" b="0" i="0" baseline="0" dirty="0">
                <a:latin typeface="Calibri"/>
              </a:rPr>
              <a:t>  Same ability pool ~62k; LG repacks into J=N/15 synthetic 15-man leagues.</a:t>
            </a:r>
          </a:p>
          <a:p>
            <a:pPr>
              <a:buChar char="•"/>
            </a:pPr>
            <a:r>
              <a:rPr sz="1000" b="0" i="0" baseline="0" dirty="0">
                <a:latin typeface="Calibri"/>
              </a:rPr>
              <a:t>  Minutes floor shapes peer count — state explicitly in methods.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053328"/>
            <a:ext cx="1142359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baseline="0">
                <a:latin typeface="Calibri"/>
              </a:rPr>
              <a:t>Talking point: empirical teams are ~10 rotation players; LG uses fixed 15 — comparability is distributional, not headcount.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140</Words>
  <Application>Microsoft Macintosh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Levine, Charles R CTR</cp:lastModifiedBy>
  <cp:revision>2</cp:revision>
  <dcterms:created xsi:type="dcterms:W3CDTF">2013-01-27T09:14:16Z</dcterms:created>
  <dcterms:modified xsi:type="dcterms:W3CDTF">2026-08-11T18:57:31Z</dcterms:modified>
  <cp:category/>
</cp:coreProperties>
</file>