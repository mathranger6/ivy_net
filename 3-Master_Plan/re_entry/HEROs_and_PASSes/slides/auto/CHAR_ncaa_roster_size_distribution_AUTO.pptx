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NCAA roster sizes after the minutes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min 20 min · mean=9.6 vs LG $C=15$</a:t>
            </a:r>
          </a:p>
        </p:txBody>
      </p:sp>
      <p:pic>
        <p:nvPicPr>
          <p:cNvPr id="4" name="Picture 3" descr="GRANDCHILD_ncaa_roster_size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070522"/>
            <a:ext cx="7427671" cy="29089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Qualifying players per real NCAA team-season (\geq 20 ESPN minutes).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$n=6,492$ team-seasons · mean=9.6 · median=11 · sd=3.6.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Red dotted = NCAA mean; orange dashed = LG fixed $C=15$.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Only 2.3\% of teams have exactly 15 qualifying players.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Same ability pool ~62k; LG repacks into J=N/15 synthetic 15-man leagues.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Minutes floor shapes peer count — state explicitly in methods.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empirical teams are ~10 rotation players; LG uses fixed 15 — comparability is distributional, not headcount.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