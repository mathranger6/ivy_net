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panel policy: drop vs PPM-zero at min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PD22 item 9 · policy compare · 2013-2021 · $\rho^*$ drop $0.000$ vs PPM-zero $0.048$</a:t>
            </a:r>
          </a:p>
        </p:txBody>
      </p:sp>
      <p:pic>
        <p:nvPicPr>
          <p:cNvPr id="4" name="Picture 3" descr="PD22_panel_policy_compare_2013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774" y="1051560"/>
            <a:ext cx="6112146" cy="39502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5074920"/>
            <a:ext cx="1142359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PD22 item 9: panel policy compare at min 20 — drop (PD21 default) vs PPM-zero.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Box QC at panel build: drop dash-name placeholders; keep team-seasons with $\geq 11$ distinct games in box (frozen CSV untouched).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Panel: 2013-2021 MBB · floor = $20$ min.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Longitudinal bracket $\rho^*$: drop = $0.000$ vs PPM-zero = $0.048$ 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Empirical $H_{\mathrm{sort}}$ mean (current panel, item 8): drop = $0.0633$ vs PPM-zero = $0.0651$ ($\Delta$ = $0.0018$).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Seasons with $\rho^* = 0$: drop $9$ / $9$ vs PPM-zero $3$.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Recommendation: **drop** — PPM-zero inflates $\rho^*$ without proportional $H_{\mathrm{sort}}$ gain; partial shrinkage not pursued.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Top: per-season $\rho^*$. Bottom: empirical $H_{\mathrm{sort}}$ (items 6–8 context).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89904"/>
            <a:ext cx="114235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(PD22): At min 20, drop vs PPM-zero — bracket $\rho^*$ and empirical $H_{\mathrm{sort}}$ decide which panel policy enters PD21 calibration.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