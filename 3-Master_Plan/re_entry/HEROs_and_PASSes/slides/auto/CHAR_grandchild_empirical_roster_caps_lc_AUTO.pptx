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Empirical caps — team $L_C$ vs NCAA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6,492 team-seasons · NCAA mean=0.254</a:t>
            </a:r>
          </a:p>
        </p:txBody>
      </p:sp>
      <p:pic>
        <p:nvPicPr>
          <p:cNvPr id="4" name="Picture 3" descr="GRANDCHILD_empirical_roster_caps_lc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865943"/>
            <a:ext cx="7427671" cy="3318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 $L_C$ after empirical-cap ASSIGN vs real NCAA rosters.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$\rho=0.5$, $\gamma=0.5$.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NCAA: $n=6,492$ · mean=0.254 · sd=0.039.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empirical caps: $n=6,492$ · mean=0.251 · sd=0.045.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 count now aligned (6,492) — fixed $C=15$ had only 4,140 teams.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L\_C first moment still matches; slightly wider LG tail (assign noise).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Input comparability fixed; SCORE/SELECT shape is a separate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comparability achieved — same team count and L_C mean; assignment layer is now apples-to-apples on roster geometry.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