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219456"/>
            <a:ext cx="11423599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 i="0" baseline="0">
                <a:latin typeface="Calibri"/>
              </a:rPr>
              <a:t>Empirical caps — team $L_C$ vs NCAA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713232"/>
            <a:ext cx="11423599" cy="2468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0" baseline="0">
                <a:latin typeface="Calibri"/>
              </a:rPr>
              <a:t>MBB 2011-2021 · 6,492 team-seasons · NCAA mean=0.254</a:t>
            </a:r>
          </a:p>
        </p:txBody>
      </p:sp>
      <p:pic>
        <p:nvPicPr>
          <p:cNvPr id="4" name="Picture 3" descr="GRANDCHILD_empirical_roster_caps_lc_2011_20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79976" y="1865943"/>
            <a:ext cx="7427671" cy="331813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84048" y="3849624"/>
            <a:ext cx="3794760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Char char="•"/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baseline="0">
                <a:latin typeface="Calibri"/>
              </a:rPr>
              <a:t>  Team $L_C$ after empirical-cap ASSIGN vs real NCAA rosters.</a:t>
            </a:r>
          </a:p>
          <a:p>
            <a:pPr>
              <a:buChar char="•"/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baseline="0">
                <a:latin typeface="Calibri"/>
              </a:rPr>
              <a:t>  MBB 2011-2021 · $\rho=0.5$, $\gamma=0.5$.</a:t>
            </a:r>
          </a:p>
          <a:p>
            <a:pPr>
              <a:buChar char="•"/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baseline="0">
                <a:latin typeface="Calibri"/>
              </a:rPr>
              <a:t>  NCAA: $n=6,492$ · mean=0.254 · sd=0.039.</a:t>
            </a:r>
          </a:p>
          <a:p>
            <a:pPr>
              <a:buChar char="•"/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baseline="0">
                <a:latin typeface="Calibri"/>
              </a:rPr>
              <a:t>  LG empirical caps: $n=6,492$ · mean=0.251 · sd=0.045.</a:t>
            </a:r>
          </a:p>
          <a:p>
            <a:pPr>
              <a:buChar char="•"/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baseline="0">
                <a:latin typeface="Calibri"/>
              </a:rPr>
              <a:t>  Team count now aligned (6,492) — fixed $C=15$ had only 4,140 teams.</a:t>
            </a:r>
          </a:p>
          <a:p>
            <a:pPr>
              <a:buChar char="•"/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baseline="0">
                <a:latin typeface="Calibri"/>
              </a:rPr>
              <a:t>  L\_C first moment still matches; slightly wider LG tail (assign noise).</a:t>
            </a:r>
          </a:p>
          <a:p>
            <a:pPr>
              <a:buChar char="•"/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baseline="0">
                <a:latin typeface="Calibri"/>
              </a:rPr>
              <a:t>  Input comparability fixed; SCORE/SELECT shape is a separate question.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4048" y="6053328"/>
            <a:ext cx="11423599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 baseline="0">
                <a:latin typeface="Calibri"/>
              </a:rPr>
              <a:t>Talking point: comparability achieved — same team count and L_C mean; assignment layer is now apples-to-apples on roster geometry.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