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Draft MLE — $\lambda$, $\gamma$, $t$ on empirical NCAA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2013-2021 · Bernoulli softmax · Alex PD21 board factorization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33272"/>
            <a:ext cx="11423599" cy="496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SELECT layer: fit $(\lambda, \gamma, t)$ on real NCAA draft outcomes.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Board: $p_i \propto \exp(A_i/t)\,\exp(-\lambda L^C_i)$ — season-wise softmax.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Likelihood (Alex PD21): Bernoulli $\prod_i p_i^{Y_i}(1-p_i)^{1-Y_i}$; **$K$ not in formula**.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Method: coarse $(\lambda, t)$ grid $\rightarrow$ L-BFGS-B maximize $\ell$.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MBB 2013-2021 · 38,123 player-seasons · 882 drafted (POST-QC, min 20 min).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ASSIGN $\rho$ is a separate calibration (not in this likelihood).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baseline="0">
                <a:latin typeface="Calibri"/>
              </a:rPr>
              <a:t>Score $\neq$ select — we fit the **draft probability model**, not ASSIGN $\rho$.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PD20 gate — temperature sweep (generative diagnostic)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Gibbs SELECT survives inverted-U · MBB 2013–2021</a:t>
            </a:r>
          </a:p>
        </p:txBody>
      </p:sp>
      <p:pic>
        <p:nvPicPr>
          <p:cNvPr id="4" name="Picture 3" descr="GRANDCHILD_temperature_select_sweep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899" y="1033272"/>
            <a:ext cx="6081824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PD20 **generative gate** (before MLE): Gibbs SELECT $P_i \propto \exp(S_i/t)$.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Sweep $\log_{10} t$ on sim bridge (rule D); fixed $\lambda \in \{1.5, 2.0\}$.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Question: does inverted-U in draft rate vs LOO **survive** soft SELECT?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Answer: **yes** — inverted-U-like curvature across most of the $t$ grid.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This is a **diagnostic sweep**, not the MLE fit (MLE uses empirical $Y_{\mathrm{draft}}$).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Empirical MLE on same window (2013–2021) gives $\hat t \approx 1.07$ (next slides).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Soft SELECT cleared — MLE on empirical $Y_{\mathrm{draft}}$ is the fit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Bernoulli MLE — $\gamma$ profile ($\lambda$, $t$ re-fit at each $\gamma$)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Maximize $\ell(\lambda, t \mid \gamma)$ · panel 2013-2021</a:t>
            </a:r>
          </a:p>
        </p:txBody>
      </p:sp>
      <p:pic>
        <p:nvPicPr>
          <p:cNvPr id="4" name="Picture 3" descr="PD21_draft_bernoulli_mle_2013_2021_gamma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044936"/>
            <a:ext cx="7427671" cy="4960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Fix $\gamma$; re-fit $(\lambda, t)$ by MLE at each $\gamma$ on the profile grid.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Log-likelihood is **flat** from $\gamma \approx 18$ to 100 — not sharply identified.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Committed run: $\gamma = 18$ (tier-1 sim default); $\hat\lambda = 2.57$, $\hat t = 1.07$.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$\hat\lambda \approx 2.5$–3: congestion in score matters; $\hat t \approx 1$: moderate softmax.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Joint 3-parameter MLE supported in script; v1 reports fixed-$\gamma$ fit for stability.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Committed: $\hat\lambda \approx 2.6$, $\hat t \approx 1.1$, $\gamma = 18$.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Fit summary — what to tell Alex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Empirical MLE on real draft labels · 2013-2021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33272"/>
            <a:ext cx="11423599" cy="496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Bernoulli MLE (empirical draft): $\hat\lambda = 2.572$, $\hat t = 1.066$, $\gamma = 18$ fixed.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Max log-likelihood $\ell = -6919.11$ · L-BFGS-B converged in 11 iterations.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Interpretation: draft odds rise with ability ($1/t$) and fall with LOO congestion ($\lambda&gt;0$).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Sanity: mean top-$K$ recall on drafted players $\approx 0.12$ (soft ranking check).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Mean overlap with empirical top-$K$ per season $\approx 12.0$ picks.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Not in this deck: empirical hero ventile shape (Layer A) — separate QC thread; generative Pass B/C unchanged.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Next: joint $(\lambda, \gamma, t)$ MLE or PD14 predictive gain on same panel.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baseline="0">
                <a:latin typeface="Calibri"/>
              </a:rPr>
              <a:t>Yes: MLE on empirical data for $(\lambda, t)$; hero ventile read is a separate (parked) Layer A item.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