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PD21 — Per-season $\rho^*$ and empirical sorting index $H_{\mathrm{sort}}$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PD21 · per-season $\rho^*$ vs empirical $H_{\mathrm{sort}}$ · 2011-2021 · min_minutes&gt;=20 filter; PPM z within season</a:t>
            </a:r>
          </a:p>
        </p:txBody>
      </p:sp>
      <p:pic>
        <p:nvPicPr>
          <p:cNvPr id="4" name="Picture 3" descr="PD21_rho_hsort_calibrate_2011_2021_bracket_rho_hsort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668" y="1051560"/>
            <a:ext cx="8096358" cy="43342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5458968"/>
            <a:ext cx="1142359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Panel: 2011–2021 hero MBB · min_minutes&gt;=20 filter; PPM z within season · empirical roster caps.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Red (left): per-season calibrated $\rho^*$; dotted red = mean $\rho^*$ ($\approx 0$). Open circles = hit $\rho_{\max}$ cap.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Blue (right): empirical $H_{\mathrm{sort}}$ by season; dotted blue = longitudinal mean $H_{\mathrm{sort}}^{\mathrm{emp}}$ ($\approx 0.064$).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H_{sort} = 1 - \sum_i(\hat{A}_i - \hat{\mu}_{g(i)})^2 / \sum_i(\hat{A}_i - \bar{A})^2 — realized sorting on a fixed partition.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Use Change Picture for a larger export — layout leaves full slide width for the plot.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