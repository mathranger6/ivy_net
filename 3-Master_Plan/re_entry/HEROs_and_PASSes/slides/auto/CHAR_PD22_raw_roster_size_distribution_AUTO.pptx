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PD22 — Roster size: box-QC panel (min=0) vs min-20 drop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PD22 · roster size · 2011-2021 · raw median = 15 · 21.2\% exactly 15</a:t>
            </a:r>
          </a:p>
        </p:txBody>
      </p:sp>
      <p:pic>
        <p:nvPicPr>
          <p:cNvPr id="4" name="Picture 3" descr="PD22_raw_roster_size_distribution_2011_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975" y="1051560"/>
            <a:ext cx="9381744" cy="39502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5074920"/>
            <a:ext cx="1142359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PD22 backup: players per team-season — box-QC panel (min\_minutes=0) vs min-20 drop.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Box QC at panel build: drop dash-name placeholders; keep team-seasons with $\geq$11 distinct games in box (frozen CSV untouched).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Panel: 2011-2021 MBB · 3,842 team-seasons · 59,283 player-season rows.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Min=0 after QC (blue): median = 15, mean = 15.4; 21.2\% exactly 15, 62.4\% $\geq$ 15, 41.2\% $&gt;$ 15.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Min-20 drop (orange): median = 12, mean = 12.1; only 3.7\% exactly 15 — rotation-minute survivors, not dress cap.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Tail: max = 43 (team\_id 2655 2019); 115 BYU spike gone — dash rows dropped at panel build (SCOUT Aug 2026).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Red dashed = NCAA dress cap 15; empirical caps in PD21 use min-20 multiset.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Left: team-season counts; right: normalized — bulk mass sits 14–17 after box QC.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089904"/>
            <a:ext cx="114235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Claim (PD22 backup): After box QC, team-season roster counts cluster near NCAA dress cap 15; empirical hero caps (min $\geq$ 20) count rotation-minute contributors — not game-day dress lists.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