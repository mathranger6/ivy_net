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LG capacity sweep — team $L_C$ vs NCAA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MBB 2011-2021 · $C \in {10,11,15}$ · NCAA mean=0.254</a:t>
            </a:r>
          </a:p>
        </p:txBody>
      </p:sp>
      <p:pic>
        <p:nvPicPr>
          <p:cNvPr id="4" name="Picture 3" descr="GRANDCHILD_roster_size_c_sweep_lc_2011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2144964"/>
            <a:ext cx="7427671" cy="27600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3849624"/>
            <a:ext cx="3794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Team $L_C$ after ASSIGN — same $\sigma(\gamma(\hat{A}_j-\theta))$ as NCAA.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MBB 2011-2021 · min 20 min panel · $\rho=0.5$, $\gamma=0.5$.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NCAA: $n=6,492$ team-seasons · mean=0.254 · sd=0.039.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$C=10$: $n=6,215$ teams · mean=0.251 · sd=0.042.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$C=11$: $n=5,647$ teams · mean=0.251 · sd=0.040.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$C=15$: $n=4,140$ teams · mean=0.251 · sd=0.036.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$C=10$ closest to NCAA team count (~6.2k vs 6.5k); $C=15$ = gallery default.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L\_C first moment stable across capacity — score-side calibration OK.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Capacity is a labeled sensitivity, not a silent swap for $C=15$.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Talking point: C=10 aligns team counts; L_C mean ~0.251 at every C — capacity mismatch is interpretive, not a broken L_C calibration.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