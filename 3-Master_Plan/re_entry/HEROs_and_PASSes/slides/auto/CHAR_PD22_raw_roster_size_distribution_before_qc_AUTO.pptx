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Roster size: raw box (no QC) vs min-20 drop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roster size (before QC) · 2011-2021 · raw median = 15 · max = 115</a:t>
            </a:r>
          </a:p>
        </p:txBody>
      </p:sp>
      <p:pic>
        <p:nvPicPr>
          <p:cNvPr id="4" name="Picture 3" descr="PD22_raw_roster_size_distribution_2011_2021_before_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75" y="1051560"/>
            <a:ext cx="9381744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backup: players per team-season — legacy raw box (no QC) vs min-20 drop.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No box QC: dash-name placeholders and sparse team-seasons still in panel.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2011-2021 MBB · 6,557 team-seasons · 104,790 player-season rows.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Min=0 raw box (blue): median = 15, mean = 16.0; 16.3\% exactly 15, 64.5\% $\geq$ 15, 48.1\% $&gt;$ 15.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Min-20 drop (orange): median = 11, mean = 9.5; only 2.3\% exactly 15.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Tail: max = 115 (BYU 2018); 115 BYU spike from ESPN dash rows in one game (SCOUT Aug 2026).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Motivation for box QC at panel build — next slide shows after dash + min-games filters.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team-season counts; right: normalized — long tail from junk box 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 backup): Raw ESPN box rows inflate team-season roster counts — dash placeholders and sparse junk games before panel QC at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