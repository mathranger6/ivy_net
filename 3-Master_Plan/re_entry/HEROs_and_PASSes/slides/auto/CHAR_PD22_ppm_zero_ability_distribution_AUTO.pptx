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ability under PPM-zero vs drop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6 · PPM-zero vs drop · 2011-2021 · $12,977$ bench rows at PPM $= 0$</a:t>
            </a:r>
          </a:p>
        </p:txBody>
      </p:sp>
      <p:pic>
        <p:nvPicPr>
          <p:cNvPr id="4" name="Picture 3" descr="PD22_ppm_zero_ability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506" y="1051560"/>
            <a:ext cx="6548683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6: PPM-zero vs drop — raw PPM and ASSIGN ability (PPM z within season).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floor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Drop panel ($n = 46,306$): sub-20 rows removed at rebuild.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PPM-zero panel ($n = 59,283$): $12,977$ rows ($0.2\%$) forced to PPM $= 0$ (min $&lt; 20$).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Raw PPM spike: $13,180$ rows at PPM $= 0$ under PPM-zero.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 below $-1$ z: drop $7,356$ vs PPM-zero $14,028$; zeroed cohort median = $-1.39$.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 column = drop (PD21 default). Right column = PPM-zero alternative flagged for induced homophily.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PPM-zero keeps bench players on roster at forced PPM = 0 — expect a zero-heavy ability distribution vs the min-20 drop panel; may inflate homophily if identical zeros cluster on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