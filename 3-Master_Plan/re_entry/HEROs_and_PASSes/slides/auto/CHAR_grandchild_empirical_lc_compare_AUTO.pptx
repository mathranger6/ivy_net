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47"/>
    <p:restoredTop sz="94698"/>
  </p:normalViewPr>
  <p:slideViewPr>
    <p:cSldViewPr snapToGrid="0" snapToObjects="1">
      <p:cViewPr varScale="1">
        <p:scale>
          <a:sx n="93" d="100"/>
          <a:sy n="93" d="100"/>
        </p:scale>
        <p:origin x="2608" y="25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19257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Grandchild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192575" cy="400110"/>
              </a:xfrm>
              <a:prstGeom prst="rect">
                <a:avLst/>
              </a:prstGeom>
              <a:blipFill>
                <a:blip r:embed="rId2"/>
                <a:stretch>
                  <a:fillRect l="-1220" t="-9375" r="-24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20693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Grandchild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0693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empirical_lc_compare_2011_2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996" y="2669059"/>
            <a:ext cx="8904008" cy="34757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8" y="1053119"/>
                <a:ext cx="10605228" cy="1459422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Grandchild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Grandchild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Grandchild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Overlay PNG: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𝚐𝚛𝚊𝚗𝚍𝚌𝚑𝚒𝚕𝚍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𝚊𝚜𝚜𝚒𝚐𝚗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/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𝙶𝚁𝙰𝙽𝙳𝙲𝙷𝙸𝙻𝙳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𝚎𝚖𝚙𝚒𝚛𝚒𝚌𝚊𝚕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𝚕𝚌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𝚘𝚟𝚎𝚛𝚕𝚊𝚢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𝟸𝟶𝟷𝟷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𝟸𝟶𝟸𝟷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𝚙𝚗𝚐</m:t>
                        </m:r>
                      </m:e>
                    </m:box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459422"/>
              </a:xfrm>
              <a:prstGeom prst="rect">
                <a:avLst/>
              </a:prstGeom>
              <a:blipFill>
                <a:blip r:embed="rId5"/>
                <a:stretch>
                  <a:fillRect b="-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Grandchild):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Grandchild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207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2</cp:revision>
  <dcterms:created xsi:type="dcterms:W3CDTF">2013-01-27T09:14:16Z</dcterms:created>
  <dcterms:modified xsi:type="dcterms:W3CDTF">2026-08-11T17:15:20Z</dcterms:modified>
  <cp:category/>
</cp:coreProperties>
</file>