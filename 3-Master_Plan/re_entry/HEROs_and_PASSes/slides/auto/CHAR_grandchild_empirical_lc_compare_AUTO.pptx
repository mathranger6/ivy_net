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Empirical vs LG — team $L_C$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team smooth L_C · LG \rho=0.5 · \gamma=0.5 · \theta=2.295 z (K/N=0.0182)</a:t>
            </a:r>
          </a:p>
        </p:txBody>
      </p:sp>
      <p:pic>
        <p:nvPicPr>
          <p:cNvPr id="4" name="Picture 3" descr="GRANDCHILD_empirical_lc_compare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2075304"/>
            <a:ext cx="7427671" cy="28994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Team L_C = mean_{j} \sigma(\gamma(\hat{A}_{j} - \theta)) — team-smooth congestion.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 panel: empirical NCAA (real rosters). Right: LG ASSIGN sim.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MBB 2011-2021 · PPM z · min 20 min · poolq winsor 0.01–0.99.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Shared \theta = F^{-1}_{\hat{A}}(1-K/N) = 2.295 z (K/N=0.0182).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\gamma = 0.5 (HAND17 slide-4 default; 539 placeholder).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Empirical: mean L_C=0.254, sd=0.039 (6,492 team-seasons).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LG (\rho=0.5): mean L_C=0.251, sd=0.036 (4,140 team-seasons).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Sim: one LG league per season (J = N/15), stacked team-seasons.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ASSIGN shapes rosters; L_C is score-side input — computed after assign.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Overlay PNG: grandchild_assign/GRANDCHILD_empirical_lc_overlay_2011_2021.png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Normalized side-by-side: grandchild_assign/GRANDCHILD_empirical_lc_compare_normalized_2011_2021.png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(PD17 / LG): Team smooth L_C on real rosters vs LG sim — same $\sigma(\gamma(\hat{A}_j - \theta))$ formula; compare distribution shape before SCORE.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