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19456"/>
            <a:ext cx="11423599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i="0" baseline="0">
                <a:latin typeface="Calibri"/>
              </a:rPr>
              <a:t>LG sim — team \hat{A}_{i} interval overlap (2015-2019)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713232"/>
            <a:ext cx="11423599" cy="246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0" baseline="0">
                <a:latin typeface="Calibri"/>
              </a:rPr>
              <a:t>MBB 2015-2019 · LG ASSIGN · \rho=0.5 · C=15 · N=30,345, 2,023 team-seasons · H_{sort}=0.146</a:t>
            </a:r>
          </a:p>
        </p:txBody>
      </p:sp>
      <p:pic>
        <p:nvPicPr>
          <p:cNvPr id="4" name="Picture 3" descr="GRANDCHILD_league_interval_overlap_2015_2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1506" y="1033272"/>
            <a:ext cx="6864610" cy="4983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84048" y="3849624"/>
            <a:ext cx="379476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Each team-season: talent window [\min \hat{A}_{i}, \max \hat{A}_{i}] on PPM z.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Coverage = how many roster windows cover a point (530 CELL 8).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LG ASSIGN: \rho=0.5, endogenous \mu_j — no T_{j^*}.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Red dashed: disjoint sort-and-chop on same player pool (537 B analog).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H_{sort} = 1 - \sum_i(\hat{A}_i - \hat{\mu}_{g(i)})^2 / \sum_i(\hat{A}_i - \bar{A})^2 — realized sorting on a fixed partition.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Assign partition: H_{sort} = 0.146 (0 = none, 1 = full team sorting).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Sim max coverage=2,020; sort-and-chop max=5. Normalized peak=1.00.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86\% of grid points have &gt;1 team covering.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Roster span: mean=3.37 z, median=3.23 z (2,023 team-seasons).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NCAA ref max cov=3,117; NCAA overlap grid=86\%; NCAA H_{sort}=0.105.</a:t>
            </a:r>
          </a:p>
          <a:p>
            <a:pPr>
              <a:buChar char="•"/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baseline="0">
                <a:latin typeface="Calibri"/>
              </a:rPr>
              <a:t>  VECTOR lock: H_{sort} is realized sorting — not the generative homophily knob \rho.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" y="6053328"/>
            <a:ext cx="11423599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baseline="0">
                <a:latin typeface="Calibri"/>
              </a:rPr>
              <a:t>Claim: LG ASSIGN on the same season window as paired NCAA slide — one realization per season, stacked team-seasons.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