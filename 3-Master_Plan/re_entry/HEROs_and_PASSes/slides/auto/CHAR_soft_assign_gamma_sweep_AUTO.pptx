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68735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Phase B — \gamma \times \lambda sweep (soft assign, overlapping rosters)</a:t>
            </a:r>
          </a:p>
        </p:txBody>
      </p:sp>
      <p:pic>
        <p:nvPicPr>
          <p:cNvPr id="3" name="Picture 2" descr="GAMMA_sweep_soft_assign_lambda_curves_key_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7601" y="768096"/>
            <a:ext cx="2738181" cy="2962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60704"/>
            <a:ext cx="4160520" cy="2706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Soft assign at fixed \rho — overlapping talent windows (not sort-and-chop).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\rho=8 fixed; same roster per \gamma row; team L_C; \theta(K/N) on sim draw.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\theta = 0.720 z-units (F_A^{-1}(1-K/N) on Beta draw).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Arms: \gamma \in \{5, 10, 20\}; within each panel \lambda \in \{0, 0.25, 0.55, 0.75, 1\}.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Figure: key \lambda arms only; full grid in GAMMA_sweep_soft_assign_lambda_curves.png.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Pairs with sort-and-chop \gamma slides (benchmark) — keep both in HAND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68096"/>
            <a:ext cx="41605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baseline="0">
                <a:latin typeface="Calibri"/>
              </a:rPr>
              <a:t>Overlap regime — same readout as sort-and-chop grid, different ASSIGN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971032"/>
            <a:ext cx="1136873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under soft assign (overlapping rosters), \gamma reshapes team L_C and \lambda in score bends selection — the regime where we will pin \lambda on data. No \lambda_{\mathrm{crit}} \approx 4/\gamma law here (sort-and-chop only).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