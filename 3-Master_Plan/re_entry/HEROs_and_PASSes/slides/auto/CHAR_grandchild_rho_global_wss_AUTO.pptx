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ASSIGN — global\_wss vs $\rho$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LG ASSIGN · 2015 PPM z · J=402, C=15 · \rho \in [0, 1] · 30 reps/arm</a:t>
            </a:r>
          </a:p>
        </p:txBody>
      </p:sp>
      <p:pic>
        <p:nvPicPr>
          <p:cNvPr id="4" name="Picture 3" descr="GRANDCHILD_rho_vs_global_w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069251"/>
            <a:ext cx="7427671" cy="4911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 = LG ASSIGN homophily knob in \exp(-\rho|\hat{A}_i - \mu_j|).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point: mean \pm 1 SD of global\_wss over stochastic LG realizations.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global\_wss = \sum_j \sum_{i \in j} (\hat{A}_i - \hat{T}_j)^2 — global within-team SS; $\hat{T}_j$ = realized roster mean.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$H_{sort} = 1 - \mathrm{global\_wss}/\mathrm{SS}_{total}$ on the same partition — global\_wss is raw magnitude; $H_{sort}$ is scale-free explained variance.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\rho=0: global\_wss \approx 5627 \to \rho=1: global\_wss \approx 4085.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2015 empirical PPM z · J=402 · C=15 · 30 reps × 21 \rho arms.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 \uparrow$ sorting $\Rightarrow$ global\_wss $\downarrow$, $H_{sort} \uparrow$ (monotone mirror on a fixed ability pool).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Companion slide: $H_{sort} = 1 - \mathrm{global\_wss}/\mathrm{SS}_{total}$ (scale-free assortativity on the same sweep).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(Alex): global\_wss is the within-team SS numerator on the assign partition — $\rho \uparrow$ lowers global\_wss on the same 2015 LG league ($H_{sort}$ is the scale-free companion).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