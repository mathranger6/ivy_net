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4"/>
  </p:normalViewPr>
  <p:slideViewPr>
    <p:cSldViewPr snapToGrid="0" snapToObjects="1">
      <p:cViewPr varScale="1">
        <p:scale>
          <a:sx n="187" d="100"/>
          <a:sy n="187" d="100"/>
        </p:scale>
        <p:origin x="23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30932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309321" cy="400110"/>
              </a:xfrm>
              <a:prstGeom prst="rect">
                <a:avLst/>
              </a:prstGeom>
              <a:blipFill>
                <a:blip r:embed="rId2"/>
                <a:stretch>
                  <a:fillRect l="-1471" t="-9375" r="-58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688708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placeholder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688708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300848" cy="2038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each roster.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PD16 team-smooth definition — one value per team-season.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LOO; includes every roster member in the mean.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(539 placeholder until PD17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from draft rate: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300848" cy="2038891"/>
              </a:xfrm>
              <a:prstGeom prst="rect">
                <a:avLst/>
              </a:prstGeom>
              <a:blipFill>
                <a:blip r:embed="rId4"/>
                <a:stretch>
                  <a:fillRect b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MPIRICAL_L_C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1117239"/>
            <a:ext cx="8177479" cy="47972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carry a spread of team congestion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the descriptive input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was meant to stratify in sim.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blipFill>
                <a:blip r:embed="rId2"/>
                <a:stretch>
                  <a:fillRect l="-1548" t="-11111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placeholder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cell: count of team-seasons 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Color = count (empirical Sketch A — no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(realized talent,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Look for upward co-movement: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MPIRICAL_L_C_vs_Tj_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5" y="1051560"/>
            <a:ext cx="6558185" cy="49286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actual team-seasons, stronger realized rosters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) tend to co-occur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empirical Sketch A.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blipFill>
                <a:blip r:embed="rId6"/>
                <a:stretch>
                  <a:fillRect t="-416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270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2026-08-06T19:34:48Z</dcterms:modified>
  <cp:category/>
</cp:coreProperties>
</file>