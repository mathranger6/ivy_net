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3"/>
    <p:restoredTop sz="94652"/>
  </p:normalViewPr>
  <p:slideViewPr>
    <p:cSldViewPr snapToGrid="0" snapToObjects="1">
      <p:cViewPr varScale="1">
        <p:scale>
          <a:sx n="194" d="100"/>
          <a:sy n="194" d="100"/>
        </p:scale>
        <p:origin x="13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bench-zero clustering vs empirical sorting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737946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8 · bench zeros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2011-2021 ·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0.0010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37946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ppm_zero_hsort_mechanism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96" y="1051560"/>
            <a:ext cx="9063502" cy="39502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7" y="5001768"/>
                <a:ext cx="11423599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8: bench-zero share vs within-team dispersion; season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drop vs PPM-zero.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PPM-zero floor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Team-season scatter: </a:t>
                </a:r>
                <a:r>
                  <a:rPr sz="1000" b="0" i="0" baseline="0" dirty="0" err="1">
                    <a:latin typeface="Calibri"/>
                  </a:rPr>
                  <a:t>corr</a:t>
                </a:r>
                <a:r>
                  <a:rPr sz="1000" b="0" i="0" baseline="0" dirty="0">
                    <a:latin typeface="Calibri"/>
                  </a:rPr>
                  <a:t>(zero fraction, within-team perf std)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=0.534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Mean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= $0.0653$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half roster zeroed: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more bench zeros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lower within-team dispersion (identical zeroed cohort). Right: season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under both panel policies.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5001768"/>
                <a:ext cx="11423599" cy="1169551"/>
              </a:xfrm>
              <a:prstGeom prst="rect">
                <a:avLst/>
              </a:prstGeom>
              <a:blipFill>
                <a:blip r:embed="rId4"/>
                <a:stretch>
                  <a:fillRect t="-108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208312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PPM-zero piles identical bench abilities on rosters — check whether that mechanically inflates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vs drop-at-20.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08312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2026-08-18T14:03:21Z</dcterms:modified>
  <cp:category/>
</cp:coreProperties>
</file>