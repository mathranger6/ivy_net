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Raw PPM: full panel vs sub-20-min filtered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PPM overlay · 2011-2021 · $103$ sub-20-min rows with PPM $&gt; 1$</a:t>
            </a:r>
          </a:p>
        </p:txBody>
      </p:sp>
      <p:pic>
        <p:nvPicPr>
          <p:cNvPr id="4" name="Picture 3" descr="PD22_ppm_full_vs_filtered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407" y="1051560"/>
            <a:ext cx="6740880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overlay: gray = box-QC panel raw PPM (minutes $&gt; 0$); blue = sub-20-min tail removed by drop policy.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2011-2021 MBB · gray $n \approx 52,232$ · blue $n = 5,926$ · $7,051$ zero-min rows excluded (PPM undefined).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Sub-20 PPM $&gt; 1$: $103$; max $6.00$; sub-20 median PPM (positive min) = $0.125$.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After min-20 drop: hero panel $n = 46,306$; raw PPM median = $0.308$ (p99 = $0.62$).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Minutes context (box-QC panel): $21.9\%$ below $20$ min; median = $344$ min (all) vs $979$ min (ever-draft).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caps (min $\geq 20$ panel): mean $9.6$ / median $11$ players per team-season (p25=$6$, p75=$12$); only $2.3\%$ exactly $15$ — rotation-minute count, not who dressed for a game.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NCAA dress cap $\approx 15$ per game $\neq$ our cap multiset — box panel counts season rows passing the minutes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Sub-20-min rows add PPM noise ($103$ with PPM $&gt; 1$, max $6.00$) on top of a rotation-player cloud — minutes floor cleans ability before hero / ASSIGN; empirical roster caps count season contributors, not NCAA dress-out $15$.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