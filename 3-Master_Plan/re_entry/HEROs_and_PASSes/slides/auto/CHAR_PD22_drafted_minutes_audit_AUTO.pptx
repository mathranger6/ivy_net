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Drafted-player retention vs playing-time floor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PD22 · drafted retention audit · 2011-2021 · at min 20 drop: 1133/1177 drafted player-seasons kept</a:t>
            </a:r>
          </a:p>
        </p:txBody>
      </p:sp>
      <p:pic>
        <p:nvPicPr>
          <p:cNvPr id="4" name="Picture 3" descr="PD22_drafted_minutes_audit_2011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504" y="1051560"/>
            <a:ext cx="9992686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5074920"/>
            <a:ext cx="114235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PD22 item 1 (Alex Aug 2026): audit minutes floor before defending min 20 min or PPM-zero bench policy.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Panel: 2011-2021 MBB · rebuild min\_minutes=0 after box QC · $Y_{\mathrm{draft}}$ = ever-draft flag (not season-specific).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Box QC at panel build: drop dash-name placeholders; keep team-seasons with $\geq$11 distinct games in box (frozen CSV untouched).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Drafted player-seasons: 1,177 (521 unique athletes).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Minutes among drafted: min = 0; draft-safe max floor (drop) $\approx 0$ min.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Hero lock min = 20: retain 1,133 / 1,177; lose 44 player-seasons (42 unique athletes; 42 at 0 min).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Right panel: red labels = drafted player-seasons lost vs min\_minutes=0 floor at each threshold.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PPM-zero policy: all drafted rows retained; sub-floor players get raw PPM = 0 before z-score.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Lost at min 20 drop (44): id 51323 (2013): 0.0 min; id 56359 (2013): 0.0 min; id 56965 (2014): 0.0 min (+41 more — see CSV)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Left: empirical cumulative distribution function (ECDF) of drafted minutes (10 min teal, 20 min red). Right: retained count vs floor.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89904"/>
            <a:ext cx="11423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(Alex, PD22): Playing-time floor must be draft-safe — retain every ever-draft ($Y_{\mathrm{draft}}=1$) player-season before we justify min 20 min or PPM-zero bench policy for $\rho$ / $H_{\mathrm{sort}}$ calibration.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