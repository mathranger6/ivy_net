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PD17 — NCAA team \hat{A}_{i} interval overlap (2015-2019)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MBB 2015-2019 · PPM z within season · min 20 min · poolq winsor 0.01–0.99 · 3,200 team-seasons (530 CELL 8 port) · H_{sort}=0.105</a:t>
            </a:r>
          </a:p>
        </p:txBody>
      </p:sp>
      <p:pic>
        <p:nvPicPr>
          <p:cNvPr id="4" name="Picture 3" descr="EMPIRICAL_team_interval_overlap_2015_2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173" y="1033272"/>
            <a:ext cx="6523276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3849624"/>
            <a:ext cx="3794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Each team-season: talent window [\min \hat{A}_{i}, \max \hat{A}_{i}] on PPM z.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Coverage = how many windows cover a point on the spectrum (530 CELL 8).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Red dashed: disjoint sort-and-chop on same player-seasons (537 B analog).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H_{sort} = 1 - \sum_i(\hat{A}_i - \hat{\mu}_{g(i)})^2 / \sum_i(\hat{A}_i - \bar{A})^2 — realized sorting on a fixed partition.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NCAA partition: H_{sort} = 0.105 (0 = none, 1 = full team sorting).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Max coverage=3,117; sort-and-chop max=7. Normalized peak=0.97.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86\% of grid points have &gt;1 team covering.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Roster span: mean=2.99 z, median=2.85 z (3,200 team-seasons).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Paired compare window — match season span to LG sim slide.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VECTOR lock: H_{sort} is realized sorting — not the generative homophily knob \rho.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Claim: NCAA interval overlap on a fixed season window — paired compare to LG ASSIGN sim on the same window.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