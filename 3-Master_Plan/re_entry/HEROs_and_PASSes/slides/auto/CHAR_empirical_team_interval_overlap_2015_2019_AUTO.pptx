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69"/>
    <p:restoredTop sz="94640"/>
  </p:normalViewPr>
  <p:slideViewPr>
    <p:cSldViewPr snapToGrid="0" snapToObjects="1">
      <p:cViewPr varScale="1">
        <p:scale>
          <a:sx n="173" d="100"/>
          <a:sy n="173" d="100"/>
        </p:scale>
        <p:origin x="232" y="4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685082" cy="41819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NCAA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 baseline="0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1" baseline="0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interval overlap (2015-2019)</a:t>
                </a:r>
              </a:p>
            </p:txBody>
          </p:sp>
        </mc:Choice>
        <mc:Fallback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685082" cy="418191"/>
              </a:xfrm>
              <a:prstGeom prst="rect">
                <a:avLst/>
              </a:prstGeom>
              <a:blipFill>
                <a:blip r:embed="rId2"/>
                <a:stretch>
                  <a:fillRect l="-1114" t="-14706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075463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2015-2019 · PPM z within season · min 20 min · </a:t>
                </a:r>
                <a:r>
                  <a:rPr sz="1000" b="0" i="0" baseline="0" dirty="0" err="1">
                    <a:latin typeface="Calibri"/>
                  </a:rPr>
                  <a:t>poolq</a:t>
                </a:r>
                <a:r>
                  <a:rPr sz="1000" b="0" i="0" baseline="0" dirty="0">
                    <a:latin typeface="Calibri"/>
                  </a:rPr>
                  <a:t> </a:t>
                </a:r>
                <a:r>
                  <a:rPr sz="1000" b="0" i="0" baseline="0" dirty="0" err="1">
                    <a:latin typeface="Calibri"/>
                  </a:rPr>
                  <a:t>winsor</a:t>
                </a:r>
                <a:r>
                  <a:rPr sz="1000" b="0" i="0" baseline="0" dirty="0">
                    <a:latin typeface="Calibri"/>
                  </a:rPr>
                  <a:t> 0.01–0.99 · 3,200 team-seasons (530 CELL 8 port)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075463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EMPIRICAL_team_interval_overlap_2015_20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173" y="1033272"/>
            <a:ext cx="6523276" cy="49834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[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sSub>
                          <m:sSub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,</m:t>
                    </m:r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</m:oMath>
                </a14:m>
                <a:r>
                  <a:rPr sz="1000" b="0" i="0" baseline="0" dirty="0">
                    <a:latin typeface="Calibri"/>
                  </a:rPr>
                  <a:t>] on PPM z.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Coverage = how many windows cover a point on the spectrum (530 CELL 8).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Red dashed: disjoint sort-and-chop on same player-seasons (537 B analog).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partition: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(0 = none, 1 = full team sorting).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Max coverage=3,117; sort-and-chop max=7. Normalized peak=0.97.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grid points have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 covering.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Roster span: mean=2.99 z, median=2.85 z (3,200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Paired compare window — match season span to Grandchild sim slide.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blipFill>
                <a:blip r:embed="rId5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Claim: NCAA interval overlap on a fixed season window — paired compare to Grandchild ASSIGN sim on the same window.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214</Words>
  <Application>Microsoft Macintosh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Cambria Math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2</cp:revision>
  <dcterms:created xsi:type="dcterms:W3CDTF">2013-01-27T09:14:16Z</dcterms:created>
  <dcterms:modified xsi:type="dcterms:W3CDTF">2026-08-11T15:54:16Z</dcterms:modified>
  <cp:category/>
</cp:coreProperties>
</file>