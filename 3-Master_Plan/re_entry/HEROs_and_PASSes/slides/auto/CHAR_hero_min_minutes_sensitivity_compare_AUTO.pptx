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Hero sensitivity — min\_minutes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poolq\_loo ventiles · 0 / 10 / 20 min</a:t>
            </a:r>
          </a:p>
        </p:txBody>
      </p:sp>
      <p:pic>
        <p:nvPicPr>
          <p:cNvPr id="4" name="Picture 3" descr="HERO_min_minutes_sensitivity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464779"/>
            <a:ext cx="7427671" cy="21204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x-axis: draft rate vs poolq_loo ventiles · MBB 2011-2021 · 16 quantile.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min\_minutes defines who enters the panel and LOO peer pool — not neutral QC.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min=0: $n=82,893$, drafted=1,136, bin16=1.39\%,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min=10: $n=72,687$, drafted=1,136, bin16=1.08\%,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min=20: $n=62,180$, drafted=1,134, bin16=1.16\%,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lock: min=20 — cleanest top-ventile cliff; min=10 robust appendix.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We are not simulating minutes in LG.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inverted-U survives 10- and 20-minute floors; min=20 sharpens the elite ventile dip (+2 drafted vs min=0).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