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16"/>
    <p:restoredTop sz="94698"/>
  </p:normalViewPr>
  <p:slideViewPr>
    <p:cSldViewPr snapToGrid="0" snapToObjects="1">
      <p:cViewPr varScale="1">
        <p:scale>
          <a:sx n="176" d="100"/>
          <a:sy n="176" d="100"/>
        </p:scale>
        <p:origin x="92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Hero sensitivity — min\_minutes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poolq\_loo ventiles · 0 / 10 / 20 min</a:t>
            </a:r>
          </a:p>
        </p:txBody>
      </p:sp>
      <p:pic>
        <p:nvPicPr>
          <p:cNvPr id="4" name="Picture 3" descr="HERO_min_minutes_sensitivit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88" y="1220692"/>
            <a:ext cx="11276037" cy="3219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5703" y="4827530"/>
            <a:ext cx="10697609" cy="651613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>
              <a:buChar char="•"/>
            </a:pPr>
            <a:r>
              <a:rPr sz="1000" b="0" i="0" baseline="0" dirty="0">
                <a:latin typeface="Calibri"/>
              </a:rPr>
              <a:t>  Hero x-axis: draft rate vs poolq_loo </a:t>
            </a:r>
            <a:r>
              <a:rPr sz="1000" b="0" i="0" baseline="0" dirty="0" err="1">
                <a:latin typeface="Calibri"/>
              </a:rPr>
              <a:t>ventiles</a:t>
            </a:r>
            <a:r>
              <a:rPr sz="1000" b="0" i="0" baseline="0" dirty="0">
                <a:latin typeface="Calibri"/>
              </a:rPr>
              <a:t> · MBB 2011-2021 · 16 quantile.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min\_minutes defines who enters the panel and LOO peer pool — not neutral QC.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min=0: $n=82,893$, drafted=1,136, bin16=1.39\%,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min=10: $n=72,687$, drafted=1,136, bin16=1.08\%,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min=20: $n=62,180$, drafted=1,134, bin16=1.16\%,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Hero lock: min=20 — cleanest top-</a:t>
            </a:r>
            <a:r>
              <a:rPr sz="1000" b="0" i="0" baseline="0" dirty="0" err="1">
                <a:latin typeface="Calibri"/>
              </a:rPr>
              <a:t>ventile</a:t>
            </a:r>
            <a:r>
              <a:rPr sz="1000" b="0" i="0" baseline="0" dirty="0">
                <a:latin typeface="Calibri"/>
              </a:rPr>
              <a:t> cliff; min=10 robust appendix.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We are not simulating minutes in LG.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inverted-U survives 10- and 20-minute floors; min=20 sharpens the elite ventile dip (+2 drafted vs min=0).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176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3</cp:revision>
  <dcterms:created xsi:type="dcterms:W3CDTF">2013-01-27T09:14:16Z</dcterms:created>
  <dcterms:modified xsi:type="dcterms:W3CDTF">2026-08-11T18:55:46Z</dcterms:modified>
  <cp:category/>
</cp:coreProperties>
</file>