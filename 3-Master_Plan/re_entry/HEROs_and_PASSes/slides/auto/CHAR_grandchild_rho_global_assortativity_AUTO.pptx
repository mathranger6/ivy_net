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Homophily $\rho$ vs global assortativity GlobalA (Grandchild sim)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Grandchild ASSIGN · 2015 PPM z · J=402, C=15 · \rho \in [0, 1] · 30 reps/arm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79976" y="1033272"/>
            <a:ext cx="74276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[Missing figure: GRANDCHILD_rho_vs_global_assortativity.png]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\rho = Grandchild ASSIGN homophily knob in \exp(-\rho|\hat{A}_i - \mu_j|).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Each point: mean \pm 1 SD of GlobalA over stochastic Grandchild realizations.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GlobalA = \sum_j \sum_{i \in j} (\hat{A}_i - \hat{T}_j)^2 — within-team SS with $\hat{T}_j$ = realized roster mean.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$H_{sort} = 1 - \mathrm{GlobalA}/\mathrm{SS}_{total}$ on the same partition — GlobalA is raw magnitude; $H_{sort}$ is scale-free explained variance.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2015 empirical PPM z · J=402 · C=15 · 30 reps × 21 \rho arms.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$\rho \uparrow$ sorting $\Rightarrow$ GlobalA $\downarrow$, $H_{sort} \uparrow$ (monotone mirror on a fixed ability pool).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(Alex): Higher ASSIGN homophily \rho lowers within-team SS (GlobalA) — monotone mirror of $H_{sort}(\rho)$ on the same 2015 Grandchild league.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