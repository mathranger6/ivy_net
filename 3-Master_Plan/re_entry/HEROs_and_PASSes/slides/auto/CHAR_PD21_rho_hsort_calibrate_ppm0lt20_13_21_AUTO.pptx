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PD21 — Calibrate homophily $\rho$ to empirical sorting index $H_{\mathrm{sort}}$ (contrast: ppm0lt20 — not for calibration)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PD21 · LG ASSIGN calibration · 2013-2021 · 50 seeds · bracket tol=0.001 · longitudinal $\rho^* \approx 0.0484$ · contrast ppm0lt20</a:t>
            </a:r>
          </a:p>
        </p:txBody>
      </p:sp>
      <p:pic>
        <p:nvPicPr>
          <p:cNvPr id="4" name="Picture 3" descr="PD21_rho_hsort_calibrate_2013_2021_ppm0lt20_bra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103148"/>
            <a:ext cx="7427671" cy="4843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PD21 contrast (Aug 2026): ppm0lt20 panel — illustrative only; do not use for locked longitudinal $\rho$ calibration.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Alex (Aug 2026): calibrate ASSIGN $\rho$ so LG simulated $H_{\mathrm{sort}}$ matches empirical NCAA; formal $\rho$ MLE parked.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2011–2021 MBB · all roster rows kept · raw PPM$=0$ if minutes$&lt;20$ · no roster caps — contrast / legacy estimand only.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Search: bracket + bisect (tol=0.001), 50 seeds/arm; $H_{\mathrm{sort}}^{\mathrm{sim}}$ monotone in $\rho$.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Longitudinal $\rho^* \approx 0.04844$; mean $H_{\mathrm{sort}}^{\mathrm{sim}}$ at $\rho^*$ = 0.067; mean $H_{\mathrm{sort}}^{\mathrm{emp}}$ = 0.065.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Per-season: 3/9 seasons at $\rho^*=0$; nonzero — 2015: \rho^* \approx 0.184, 2016: \rho^* \approx 0.161, 2017: \rho^* \approx 0.0129, 2018: \rho^* \approx 0.0457, 2019: \rho^* \approx 0.0715, …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Legacy reference $\rho=0.5$: mean $|error| \approx 0.087$ vs $\approx 4.9e-06$ at $\rho^*$.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Figure bottom-right inset: per-season $\rho^*$ — red dots spike at 2015–2016; dotted line = mean $\rho^*$ across seasons.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2014$\rightarrow$2015 per-season $\rho^*$: $0.000\rightarrow0.184$ — mid-decade spike co-moves with empirical $H_{\mathrm{sort}}$; not used for locked calibration.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Contrast slide only: ppm0lt20 (all roster rows, PPM$=0$ if min$&lt;20$, no caps) can yield positive per-season $\rho^*$ where hero drop gives $0$ — do not use for locked calibration.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Footer claim on this slide is about contrast failure mode — not the hero-panel near-zero $\rho^*$ story on the hero calibration slide (HAND20 slide 14).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Figure: small multiples — blue sim curve, red empirical line, green $\rho^*$ (x-axis zoomed to evaluated bracket).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(PD21 contrast): ppm0lt20 yields modest longitudinal $\rho^* \approx 0.0484$ (hero panel $=0$) — not the locked estimand; 2014$\rightarrow$2015 per-season spike co-moves with mid-decade $H_{\mathrm{sort}}$ on uncapped roster rows (PD22 ESPN coverage — HAND20 slide 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