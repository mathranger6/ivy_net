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Games per team-season in raw box data (before 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team-season games · 2011–2021 · 1,883 with 1 game · median = 29</a:t>
            </a:r>
          </a:p>
        </p:txBody>
      </p:sp>
      <p:pic>
        <p:nvPicPr>
          <p:cNvPr id="4" name="Picture 3" descr="PD22_team_season_games_count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backup: distinct game\_ids per (team\_id, season) in raw box (2011–2021).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6,557 team-seasons · median = 29 games · mean = 19.1 · max = 41.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Bimodal: 1,883 team-seasons (28.7\%) with only 1 game (red line) vs cluster near 30–32 (full 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$\leq$10 games: 2,715 (41.4\%); $&gt;$10 games: 3,842 — sparse tail is partial coverage / small-school noise.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Default box QC (panel\_rebuild): min\_team\_season\_games=10 drops team-seasons with $\leq$ 10 games (keep $\geq$ 11).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linear counts; right: log $y$ — gap between spikes is low-frequency partial seasons, not hero-panel mass.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Pairs with roster-size backup: low-game team-seasons often inflate per-game roster anomalies (SCOUT ESPN dash rows).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Box panel mixes full D-I seasons ($\sim$30 games) with sparse one-game team-seasons — default min\_team\_season\_games=10 drops team-seasons with $\leq$10 games (keep $\geq$11) before player-season aggregation.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