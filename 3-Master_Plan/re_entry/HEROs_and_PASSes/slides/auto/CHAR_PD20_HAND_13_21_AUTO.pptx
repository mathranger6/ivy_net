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PD20 — Gibbs SELECT (temperature $t$)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empirical caps · $\rho=0.5$ · inverted-U before MLE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33272"/>
            <a:ext cx="11423599" cy="496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PD20: replace deterministic top-$K$ SELECT with Gibbs rule on $S_i$.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Lock: $P_i \propto \exp(S_i/t)$ with $t$ in the denominator (stat-phys).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Sim bridge: rule D = Gibbs weights + $K$ draws without replacement.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SCORE unchanged: $S_i = \hat{A}_i - \lambda L_{C,g(i)}$; $\rho$ still in ASSIGN only.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Priority: sweep $\log_{10} t$ — prove inverted-U survives **before** MLE.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ASSIGN $\rightarrow$ SCORE $\rightarrow$ SELECT — score $\neq$ select (binding).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Goal: soft SELECT must not erase the phenomenological inverted-U on LOO pool quality.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Temperature sweep — rule D (Gibbs + $K$ draws)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2013-2021 · $\lambda \in \{1.5, 2\}$ · $\log_{10} t \in [-3,3]$</a:t>
            </a:r>
          </a:p>
        </p:txBody>
      </p:sp>
      <p:pic>
        <p:nvPicPr>
          <p:cNvPr id="4" name="Picture 3" descr="GRANDCHILD_temperature_select_sweep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99" y="1033272"/>
            <a:ext cx="6081824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SELECT: draft rate vs LOO (left) and pool mean (right) — Hero axes.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MBB 2013-2021 · empirical caps · $\rho=0.5$ · rule D · $\lambda$ panels 1.5, 2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 LOO: inverted u like.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$\lambda=1.5$: inverted-U-like on LOO for 10/13 $t$ arms.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$\lambda=2$: inverted-U-like on LOO for 11/13 $t$ arms.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Cold $t$: near hard cut; hot $t$: flattens toward uniform $K$-draws.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Pool mean often stays monotone — same PD17 readout limitation.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at $\lambda=2$ (breakpoint band), inverted-U on LOO persists across most of the $t$ grid — softening SELECT did not kill the hump.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Cold limit — rule C vs rule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$\lambda=2$ · $t=0.001$ · same seeds</a:t>
            </a:r>
          </a:p>
        </p:txBody>
      </p:sp>
      <p:pic>
        <p:nvPicPr>
          <p:cNvPr id="4" name="Picture 3" descr="GRANDCHILD_temperature_cold_limit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952655"/>
            <a:ext cx="7427671" cy="31447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Same ASSIGN seeds; only SELECT rule differs (C = top-$K$, D = cold Gibbs).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Fixed $\lambda=2$, $t=0.001$ ($\log_{10} t = -3$).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Max bin gap C vs D: LOO = 0.00e+00, pool mean = 0.00e+00.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LOO curvature: C = inverted u like; D = inverted u like.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Expect overlay coincidence at cold $t$ (Gibbs $\to$ hard ranking).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Numerical match flag: True (gap $&lt; 10^{-9}$ on binned curves).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rule D at cold $t$ reproduces rule C bin-for-bin — Gibbs SELECT nests the old top-$K$ limit.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PD20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2013-2021 · empirical caps · rule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33272"/>
            <a:ext cx="11423599" cy="496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PD20 gate (LOO): inverted-U survives Gibbs SELECT at breakpoint $\lambda$.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Full panel: $\lambda=1.5$ → 10/13 $t$ arms U-like; $\lambda=2$ → 11/13 $t$ arms U-like.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Cold $t$ ≈ top-$K$ (slide 3); mid $t$ still shows hump on LOO.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Hot $t$ → uniform-$K$ limit (flattening) — different failure mode.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Open for Alex: K-draw vs literal softmax Bernoulli for MLE.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Next: MLE for $\lambda^*, t^*$ (and $\gamma$); $\rho^*$ via $H_{\mathrm{sort}}$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PD20 step 4 cleared on LOO: proceed to MLE design once K-draw semantics are confirmed with Alex.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