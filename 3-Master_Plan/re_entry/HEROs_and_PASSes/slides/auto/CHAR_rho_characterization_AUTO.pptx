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shown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\frac{(A_i-T_{j^*})^2}{2\sigma^2}\right)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  <a:r>
              <a:rPr sz="1000"/>
              <a:t> + sort-and-chop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PASS_C_rho_ablation_selection_by_pool_mean_with_sortc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246" y="768096"/>
            <a:ext cx="5172890" cy="3511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97680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hard rank match (same score rule as soft arms).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86984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/>
              <a:t>Why </a:t>
            </a:r>
            <a:r>
              <a:rPr sz="1000" i="1">
                <a:latin typeface="Cambria Math"/>
              </a:rPr>
              <a:t>ρ</a:t>
            </a:r>
            <a:r>
              <a:rPr sz="1000"/>
              <a:t> matters here: assignment assortativity sets how spread out team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is across the league — at </a:t>
            </a:r>
            <a:r>
              <a:rPr sz="1000" i="1">
                <a:latin typeface="Cambria Math"/>
              </a:rPr>
              <a:t>ρ ≈ 0</a:t>
            </a:r>
            <a:r>
              <a:rPr sz="1000"/>
              <a:t> (arm </a:t>
            </a:r>
            <a:r>
              <a:rPr sz="1000" i="1">
                <a:latin typeface="Cambria Math"/>
              </a:rPr>
              <a:t>0.001</a:t>
            </a:r>
            <a:r>
              <a:rPr sz="1000"/>
              <a:t>) rosters mix and peer pressure looks the same everywhere; at high </a:t>
            </a:r>
            <a:r>
              <a:rPr sz="1000" i="1">
                <a:latin typeface="Cambria Math"/>
              </a:rPr>
              <a:t>ρ</a:t>
            </a:r>
            <a:r>
              <a:rPr sz="1000"/>
              <a:t> weak teams pile up near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 i="1">
                <a:latin typeface="Cambria Math"/>
              </a:rPr>
              <a:t> ≈ 0</a:t>
            </a:r>
            <a:r>
              <a:rPr sz="1000"/>
              <a:t> while elite rosters face real congestion.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suppressed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\frac{(A_i-T_{j^*})^2}{2\sigma^2}\right)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PASS_C_rho_ablation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895" y="768096"/>
            <a:ext cx="5235593" cy="3511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97680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arm omitted from plot (still in CSV bundle; toggle restores it).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86984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/>
              <a:t>Why </a:t>
            </a:r>
            <a:r>
              <a:rPr sz="1000" i="1">
                <a:latin typeface="Cambria Math"/>
              </a:rPr>
              <a:t>ρ</a:t>
            </a:r>
            <a:r>
              <a:rPr sz="1000"/>
              <a:t> matters here: assignment assortativity sets how spread out team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is across the league — at </a:t>
            </a:r>
            <a:r>
              <a:rPr sz="1000" i="1">
                <a:latin typeface="Cambria Math"/>
              </a:rPr>
              <a:t>ρ ≈ 0</a:t>
            </a:r>
            <a:r>
              <a:rPr sz="1000"/>
              <a:t> (arm </a:t>
            </a:r>
            <a:r>
              <a:rPr sz="1000" i="1">
                <a:latin typeface="Cambria Math"/>
              </a:rPr>
              <a:t>0.001</a:t>
            </a:r>
            <a:r>
              <a:rPr sz="1000"/>
              <a:t>) rosters mix and peer pressure looks the same everywhere; at high </a:t>
            </a:r>
            <a:r>
              <a:rPr sz="1000" i="1">
                <a:latin typeface="Cambria Math"/>
              </a:rPr>
              <a:t>ρ</a:t>
            </a:r>
            <a:r>
              <a:rPr sz="1000"/>
              <a:t> weak teams pile up near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 i="1">
                <a:latin typeface="Cambria Math"/>
              </a:rPr>
              <a:t> ≈ 0</a:t>
            </a:r>
            <a:r>
              <a:rPr sz="1000"/>
              <a:t> while elite rosters face real congestion.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