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shown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\frac{(A_i-T_j)^2}{2\sigma^2}\right)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  <a:r>
              <a:rPr sz="1000"/>
              <a:t> + sort-and-chop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PASS_C_rho_ablation_selection_by_pool_mean_with_sortc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272" y="768096"/>
            <a:ext cx="6006838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benchmark: hard rank match (same score rule as soft arms).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ρ</a:t>
            </a:r>
            <a:r>
              <a:rPr sz="2000"/>
              <a:t> (assignment assortativity) — sort-and-chop suppressed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ρ</a:t>
            </a:r>
            <a:r>
              <a:rPr sz="1100"/>
              <a:t> — one-at-a-time at 539 baseline (score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  <a:defRPr sz="1000" b="1"/>
            </a:pPr>
            <a:r>
              <a:t>ASSIGN (knob ρ) — LaTeX:</a:t>
            </a:r>
          </a:p>
          <a:p>
            <a:pPr>
              <a:spcAft>
                <a:spcPts val="0"/>
              </a:spcAft>
            </a:pPr>
            <a:r>
              <a:rPr sz="1000">
                <a:latin typeface="Courier New"/>
              </a:rPr>
              <a:t>\pi_{ij} \propto \exp\left(-\rho \cdot \frac{(A_i-T_j)^2}{2\sigma^2}\right)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ρ ∈ {0.1, 1, 8, 32}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1000" i="1">
                <a:latin typeface="Cambria Math"/>
              </a:rPr>
              <a:t> - 0.55 · 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(crowding in score held constant across arms)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PASS_C_rho_ablation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467" y="768096"/>
            <a:ext cx="6074448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ASSIGN changes across arms.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Low </a:t>
            </a:r>
            <a:r>
              <a:rPr sz="900" i="1">
                <a:latin typeface="Cambria Math"/>
              </a:rPr>
              <a:t>ρ</a:t>
            </a:r>
            <a:r>
              <a:rPr sz="900"/>
              <a:t>: players mix across teams — selection vs pool mean stays nearly flat.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High </a:t>
            </a:r>
            <a:r>
              <a:rPr sz="900" i="1">
                <a:latin typeface="Cambria Math"/>
              </a:rPr>
              <a:t>ρ</a:t>
            </a:r>
            <a:r>
              <a:rPr sz="900"/>
              <a:t>: assortative matching — peer environments concentrate;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Sort-and-chop arm omitted from plot (still in CSV bundle; toggle restores it).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score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ρ</a:t>
            </a:r>
            <a:r>
              <a:rPr sz="1100"/>
              <a:t> in assignment matters — low-</a:t>
            </a:r>
            <a:r>
              <a:rPr sz="1100" i="1">
                <a:latin typeface="Cambria Math"/>
              </a:rPr>
              <a:t>ρ</a:t>
            </a:r>
            <a:r>
              <a:rPr sz="1100"/>
              <a:t> mixing yields a nearly flat curve; high-</a:t>
            </a:r>
            <a:r>
              <a:rPr sz="1100" i="1">
                <a:latin typeface="Cambria Math"/>
              </a:rPr>
              <a:t>ρ</a:t>
            </a:r>
            <a:r>
              <a:rPr sz="1100"/>
              <a:t> assortativity delivers the peer-pressure inverted-</a:t>
            </a:r>
            <a:r>
              <a:rPr sz="1100" i="1">
                <a:latin typeface="Cambria Math"/>
              </a:rPr>
              <a:t>U</a:t>
            </a:r>
            <a:r>
              <a:rPr sz="1100"/>
              <a:t> readout.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