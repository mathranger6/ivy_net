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team interval overlap · season 2012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item 10 · season 2012 · min 20 min drop panel · 345 team-seasons · $H_{\mathrm{sort}}=0.071$</a:t>
            </a:r>
          </a:p>
        </p:txBody>
      </p:sp>
      <p:pic>
        <p:nvPicPr>
          <p:cNvPr id="4" name="Picture 3" descr="PD22_interval_overlap_season_2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684" y="1033272"/>
            <a:ext cx="6432254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10: single-season interval overlap — season $2,012$ only (not pooled).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Bracket $\rho^*$ (drop-at-20): $?$ · $H_{\mathrm{sort}}$ = $0.0709$.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Each team-season: talent window $[\min \hat{A}_i, \max \hat{A}_i]$ on PPM $z$.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Top-left: coverage along spectrum; crimson dashed = disjoint sort-and-chop benchmark.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Bottom: roster intervals sorted by $\hat{T}_j$ — stacking = overlap.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Paired compare window — match season span to LG sim slide.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Single-season talent-window overlap vs bracket $\rho^*$.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