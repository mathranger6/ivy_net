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bench-zero clustering vs empirical sorting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8 · bench zeros vs $H_{\mathrm{sort}}$ · 2013-2021 · $\Delta$ mean = $0.0018$</a:t>
            </a:r>
          </a:p>
        </p:txBody>
      </p:sp>
      <p:pic>
        <p:nvPicPr>
          <p:cNvPr id="4" name="Picture 3" descr="PD22_ppm_zero_hsort_mechanism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63" y="1051560"/>
            <a:ext cx="9030569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8: bench-zero share vs within-team dispersion; season $H_{\mathrm{sort}}$ drop vs PPM-zero.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PPM-zero floor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Team-season scatter: corr(zero fraction, within-team perf std) = $0.543$ ($3,152$ team-seasons).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Mean empirical $H_{\mathrm{sort}}$: drop = $0.0633$ vs PPM-zero = $0.0651$ ($\Delta$ mean = $0.0018$).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Teams with $\geq$ half roster zeroed: $74$.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more bench zeros $\Rightarrow$ lower within-team dispersion (identical zeroed cohort). Right: season $H_{\mathrm{sort}}$ under both panel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PPM-zero piles identical bench abilities on rosters — check whether that mechanically inflates empirical $H_{\mathrm{sort}}$ vs drop-at-20.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