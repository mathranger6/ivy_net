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ability under PPM-zero vs drop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item 6 · PPM-zero vs drop · 2013-2021 · $11,832$ bench rows at PPM $= 0$</a:t>
            </a:r>
          </a:p>
        </p:txBody>
      </p:sp>
      <p:pic>
        <p:nvPicPr>
          <p:cNvPr id="4" name="Picture 3" descr="PD22_ppm_zero_ability_distribution_2013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506" y="1051560"/>
            <a:ext cx="6548683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item 6: PPM-zero vs drop — raw PPM and ASSIGN ability (PPM z within season).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floor = $20$ min.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Drop panel ($n = 38,123$): sub-20 rows removed at rebuild.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PPM-zero panel ($n = 49,955$): $11,832$ rows ($0.2\%$) forced to PPM $= 0$ (min $&lt; 20$).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Raw PPM spike: $11,992$ rows at PPM $= 0$ under PPM-zero.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ASSIGN below $-1$ z: drop $6,034$ vs PPM-zero $12,465$; zeroed cohort median = $-1.39$.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 column = drop (PD21 default). Right column = PPM-zero alternative flagged for induced homophily.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(PD22): PPM-zero keeps bench players on roster at forced PPM = 0 — expect a zero-heavy ability distribution vs the min-20 drop panel; may inflate homophily if identical zeros cluster on teams.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