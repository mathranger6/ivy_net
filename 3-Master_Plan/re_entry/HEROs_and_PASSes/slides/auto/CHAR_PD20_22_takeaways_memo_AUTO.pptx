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How to use this companion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Read each narrative slide out loud, then paste the matching \texttt{CHAR\_PD20\_HAND} slide immediately after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Structure: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Slides 2–8 = wavetops (Part 0 → bridges → Wang arc → LG pipeline → HAND preview). Slides 9–13 = snag bridge + the snag + three PD22 questions with answer summaries. Then Act bridges + 21 HAND companions (footer shows which slide to paste). End = where we stand + what lies ahead (main line, predictions, parked, manuscript).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Format: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Bridge slides explain why we move to the next section — read them out loud. Every substantive slide uses the same beats: why this came up, what we ran, what showed up, what you can say. Numbers come from locked JSON on disk.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Optional read-aloud order: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After slide 13 you can jump Acts I → II → IV (HAND 17–19) → III (HAND 14–16) → IV (HAND 20–21) if you want policy evidence before $\rho$ and overlap.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0 — Big picture: where the dissertation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Army inverted-U → cross-domain test → MBB hero (Layer 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Army: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Officer careers: advancement rate vs peer-group quality often rises through the middle and dips in the very best peer environments — the inverted-U tail.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Cross-domain: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asked whether that pattern is Army-only. MBB (NBA draft vs teammate quality) became the main working example; tenure is the parallel third leg (parked).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Hero (Layer A):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Bin real player-seasons by leave-one-out teammate pool quality; plot draft rate. Rate rises, plateaus, dips in the top bin. That is a stylized fact about outcomes — not yet a proof of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Why we go past Layer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The hero is a stylized fact — not the finish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You cannot stop at a pretty plot. The hero does not separate peers-help-you-develop from peers-crowd-you-out-of-the-slot, and it does not say what to predict next.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Three follow-ups: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(1) Why might the curve bend? (2) Could a simple selection story mechanism (rule) generate a similar shape? (3) What else should be true if that mechanism is right?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Layer A is the weather report — we saw the cloud. Part 1 is the disciplined next step: name the simplest mechanism, test it in a wind tunnel, then ask what the story predicts.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1 — The Wang-style arc (smaller picture)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Phenomenon → simplest mechanism story → wind-tunnel sim → predictions.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1: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Hero + talent baseline on real NCAA data — what the curves look like.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2 (Layer B):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Peers help (B) and hurt (D); advancement = score ($S_i = A_i - \lambda L_C$) then select (top K, later Gibbs). Environment $\neq$ advancement; score $\neq$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2 (Layer C):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Fake league (LG): assign → score → select. Knockout: talent-only score vs congestion in score — same winner rule. Phase B (PD16) sweeps knobs; structure accepted at PD16.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3: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Predictions beyond the curve: cross-domain replication, sim knockout, later PD14 predictive gain (parked).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From Wang arc to LG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Part 1 is the ladder; Part 2 is the wiring diagram.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After phenomenon → mechanism → wind tunnel, you need to know how the fake league is actually wired — one pipeline, three steps, three knob families.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Without this: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$\rho$, $\lambda$, and $K$ feel like magic numbers. Part 2 names ASSIGN $\rightarrow$ SCORE $\rightarrow$ SELECT and ties PD17 empirical work to the same hero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Part 1 is why we have a wind tunnel; Part 2 is how it is wired; Part 3 is the current campaign — defending the real panel and calibration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2 — LG pipeline (one mechanism, three steps)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ASSIGN → SCORE → SELECT — how the fake league is wired.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ASSIGN: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Who sits on which team? Homophily knob $\rho$ — do similar players cluster?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SCORE: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How do we rank? $\lambda$ weights viable-peer congestion $L_C$ in the score.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SELECT: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Who wins scarce slots? Top K in v1; PD20 tests soft Gibbs / temperature.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PD17 empirical: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Real rosters, interval overlap, $H_{\mathrm{sort}}$ sorting index, $\lambda$ sweeps — same panel as the hero.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Why the PD20–22 HAND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Once the ladder and pipeline make sense, the job is defensive — not more philosophy.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 cleared soft SELECT. Then we found the ESPN panel needed hygiene and a minutes policy before we could cite $\rho^*$ with a straight face.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the HAND deck is: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21 slides in four acts: SELECT gate $\rightarrow$ panel backup $\rightarrow$ $\rho$ calibration $\rightarrow$ policy/overlap evidence.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are calibrating and defending inputs to LG and the real panel — not hand-waving $\rho$, $\lambda$, or drop-vs-zero.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3 preview — CHAR\_PD20\_HAND in four 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21 slides: PD20 gate → panel backup → $\rho$ calibration → policy/overlap.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 (slides 1–4):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PD20: Does soft SELECT kill the inverted-U?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II (slides 5–13):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PD22: Why do we trust the hero panel? Box QC + minutes/PPM.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III (slides 14–16):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PD21: What $\rho$ for ASSIGN? Hero panel vs ppm0lt20 contrast.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IV (slides 17–21):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PD22: Drop vs PPM-zero decision + overlap reconciliation.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Why Part 4 (the snag)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Acts II–III looked straightforward — then two snags forced a deeper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While building panel-backup slides we found dirty ESPN data and an unsettled minutes policy — before we could cite $\rho^*$ with a straight face.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Two snags: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(1) Box QC changed $H_{\mathrm{sort}}$ and $\rho^*$ targets. (2) Alex asked: why drop sub-20 instead of PPM-zero?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The snag was not the science — it was dirty data and panel policy. We split the fix: clean the feed, defend drop vs PPM-zero, lock $\rho$ on one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The snag — Act II was supposed to be quick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What went wrong while we were building panel-backup slides?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Before we cite a $\rho$ number, we need to defend the real player table that feeds ASSIGN and $H_{\mathrm{sort}}$. That should have been straightforward backup.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opened the ESPN box-score feed for roster-size and minutes slides — and found contamination (dash placeholders, one-game team-seasons). Alex also asked why we drop sub-20-minute players instead of keeping them with PPM $=0$.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Box QC changed measured sorting ($H_{\mathrm{sort}}$ ~0.10→~0.06) and therefore $\rho^*$ (mixed non-zero seasons → all zero on locked panel). An old pre-QC slide showed 2013 at $\rho^* \approx 0.07$ — that sent us on a 2012 vs 2013 side quest.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We split the fix: A = box QC, B = PD22 minutes/policy investigation, C = lock $\rho$ and reconcile overlap. Three questions drove 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Three questions the snag generated (PD22)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Three questions from the PD22 investigation — answer each before locking panel and $\rho$.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Q1 — The 20-minute floor: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Is 20 arbitrary? What PPM are we throwing away when we drop players below the floor?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Q2 — Drop vs PPM-zero: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If we keep sub-20 players and set PPM $=0$, does the wrong panel policy change $H_{\mathrm{sort}}$ or $\rho^*$ calibration vs drop-at-20?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Q3 — $\rho^*=0$ vs overlap plots: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Bracket fit says $\rho^*=0$ — but interval-overlap pictures still look heavily sorted. And an older slide had 2013 at $\rho^* \approx 0.07$.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Q1 answered — Keep the 20-minute floor (drop sub-20)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Is 20 minutes arbitrary? What PPM are we throwing away?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Alex asked whether we can defend the hero panel with more than \"we always used 20.\" We need to see where playing-time mass sits and how noisy sub-20-minute PPM is.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Minutes ECDF/histogram, PPM of filtered-out players, drafted-player audit (1,177 drafted player-seasons), overlay plots — HAND slides 10–13.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Most mass above 20 minutes; below 20 is bench noise and zero-minute rows. At 20 we drop 44 drafted player-seasons — 42 were 0-minute. One ever-draft career fully lost (Ricky Ledo); everyone else keeps rotation years.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\"We keep the floor at 20 and drop sub-20 players — not because every row is draft-safe, but because PPM below 20 is too noisy for ASSIGN.\" Evidence: HAND slides 5–13.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Q2 answered — Drop beats PPM-zero on the locked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Does PPM-zero change sorting or $\rho^*$ on the locked panel?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PD21 compared drop vs keep-with-PPM-zero at the same floor. The concern was bench zeros and extra roster rows would move $H_{\mathrm{sort}}$ or $\rho^*$ away from the hero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Ability histograms, all-zero team check, bench-zero vs $H_{\mathrm{sort}}$, side-by-side bracket compare — HAND slides 17–19.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PPM-zero adds ~13k bench rows and a big zero/low-$z$ tail. League mean $H_{\mathrm{sort}}$: 0.064 (drop) vs 0.065 (PPM-zero), $\Delta \approx 0.001$. Bracket longitudinal $\rho^*$: hero $\approx 0$ vs ppm0lt20 $\approx 0.0484$ — modest contrast, not the locked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\"Drop at 20 is locked — PPM-zero barely moves mean $H_{\mathrm{sort}}$ and gives a different (volatile) $\rho^*$ series. Slide 14 already used drop; no $\rho$ re-run for that choice.\"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Q3 answered — Bracket $\rho^*$ and overlap answer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Why $\rho^*=0$ when overlap plots look sorted? What about 2013?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That felt like a contradiction: near-zero homophily in calibration vs heavy stacking in talent-window overlap figures.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Single-season interval overlap for 2012 and 2013 on the locked panel — HAND slides 20–21.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Massive stacking persists: 89\% of talent grid has $&gt;1$ team in 2012, 95\% in 2013 — both at $\rho^*=0$ on locked panel. The remembered 2013 $\rho^* \approx 0.07$ came from a pre-box-QC roster-caps slide.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\"$\rho^*=0$ is a modest calibration fit on $H_{\mathrm{sort}} \approx 0.06$ — not a claim that rosters look disjoint in the overlap figures. Bracket fit and geometry answer different questions.\"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 — PD20: Gibbs SELECT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Before MLE for SELECT — does soft selection kill the inverted-U?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Problem: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Replace rigid top-$K$ with Gibbs (temperature dial). If the hump disappears, stop before expensive fitting.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Four narrative companions (HAND 1–4) — paste each HAND slide after its narrative.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Gibbs SELECT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are we testing and why does temperature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SELECT is moving from deterministic top-$K$ to a soft weighted draw — need a clear gate before investing in MLE.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Introduce rule D (Gibbs weights + $K$ draws), temperature $t$, and the LOO outcome curve we will watch.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The deck sets up: cold $t$ should nest top-$K$; hot $t$ spreads probability — different failure mode than \"hump gone.\"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\"PD20 is a phenomenology gate, not a full fit — and $\rho$ calibration stays a separate step.\"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 immediately after this slide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Temperature sweep (rule 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Across $\log_{10} t$ from $-3$ to $+3$, does the inverted-U survive?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If soft SELECT erases the hero-shaped outcome, there is no point fitting $t^*$ yet.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Grandchild temperature sweep on MBB 2011-2021, real roster sizes, rule D, $\lambda \in \{1.5, 2.0\}$.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Inverted-U-like shape survives: at $\lambda=1.5$, 9/13 arms still U-like; at $\lambda=2$, 10/13. Hot $t$ flattens — not the worry we had.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\"The inverted-U survives soft SELECT — PD20 gate cleared; we can proceed toward MLE once $K$-draw semantics are locked.\"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2 immediately after this slide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Cold limit — rule C vs rule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At small $t$, does Gibbs nest the old top-$K$ rule?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Worth showing that the new SELECT layer extends the old rule — not an unrelated rewrite.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Compare rule C (deterministic top-$K$) vs rule D at cold temperature on the same league.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Cold $t$ arms track the legacy top-$K$ curve — the temperature dial connects smoothly.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\"At cold temperature, Gibbs nests top-$K$ — the dial connects smoothly to what we had.\"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3 immediately after this slide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do we lock from Act 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Close the PD20 thread before panel and $\rho$ work — SELECT should read as unblocked.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Summarize sweep + cold-limit evidence in plain bullets on the HAND slide.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Inverted-U survives Gibbs SELECT; proceed to MLE; $\rho$ is a separate calibration step.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\"Act I is done: inverted-U survives Gibbs SELECT; next we defend the real panel.\"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4 immediately after this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II — PD22: Why we trust the hero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Box QC + minutes/PPM backup — the table that feeds ASSIGN and $H_{\mathrm{sort}}$.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Panel: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One row per player-season: minutes, PPM, draft flag, team, season. Raw ESPN box data needed hygiene before we could defend roster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Box QC: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dash-name placeholders; drop team-seasons with $&lt;11$ games. Changed $H_{\mathrm{sort}}$ targets and $\rho^*$ — not optional.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Nine narrative companions (HAND 5–13) — Q1 evidence lives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Roster size — raw box (before 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 roster-count slides show absurd tails before we clean the feed?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Start with the raw ESPN mess — before claiming the panel is obvious.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Histogram of players per team-season from the box file before dash/QC filters.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Long tails (e.g. 100+ names) from placeholder rows — not real NCAA dress lists.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\"These tails are placeholder rows — that is why we added box QC at panel build.\"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5 immediately after this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Games per team-season — before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Are one-game \"seasons\" polluting roster structure?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Fragmentary team-seasons inflate noise in ASSIGN inputs.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Count games listed per team-season in raw box feed, pre-QC.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Many schools with only one game — not a season for our purposes.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\"One-game team-seasons are not real seasons for our purposes — we drop them at build.\"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6 immediately after this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Games per team-season — after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does the feed look like once we require real seasons?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Pair with slide 6 — before/after is the punchline.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plot after QC: keep teams with $\geq 11$ games.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Distribution tightens; one-game artifacts gone.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\"After QC the feed looks like actual NCAA seasons — pair with the before slide.\"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7 immediately after this slide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Roster size — box-QC panel vs min-20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After QC, do roster sizes look like NCAA?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Post-QC roster counts should cluster near dress cap (~15).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Roster size on locked panel (QC + min 20 minutes).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Tails gone; sensible roster counts for ASSIGN caps.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\"Post-QC roster counts cluster near dress cap — this is the panel epoch for $\rho^*$.\"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8 immediately after this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ESPN coverage 2013→2014 depth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does raw ESPN roster depth step up after 2013?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ESPN lists more bench rows after 2013 — uncapped contrast policies inherit this.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Players listed per team by season in raw feed.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Step up at 2013→2014 in raw counts; hero min-20 panel is flat — contrast rows are sensitive.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\"ESPN lists more bench rows after 2013 — context for uncapped contrast panels (contrast only).\"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9 immediately after this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Drafted-player retention vs minutes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At min 20 drop, do we lose anyone who mattered for draft?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Q1 audit — conservative guardrail on the floor choice.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Audit all drafted player-seasons; who drops at 20? (44 lost, 42 zero-minute).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At 20: drop 44 drafted seasons — 42 were 0-minute. One ever-draft career fully lost; others keep rotation years.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\"At 20 we drop mostly zero-minute rows — defend the floor on PPM noise, not draft-safe row-by-row.\"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10 immediately after this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Raw panel season-minutes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Where does playing-time mass sit relative to 20?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Q1 — show that sub-20 is a long noisy tail, not core rotation.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ECDF / histogram of total season minutes on raw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Most mass above 20; below 20 is bench and sit-outs.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\"Most playing-time mass sits above 20 minutes — below that is bench noise.\"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11 immediately after this slide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 — filtered tail vs hero ASSIGN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noisy is PPM below the floor?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Sub-20 PPM is unstable — why we drop rather than trust those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PPM distribution for players filtered out at candidate floors.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Extreme noise below 20; z-scored ASSIGN input needs stable PPM.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\"Sub-20 PPM is too unstable to feed ASSIGN — that is the case for drop, not PPM-zero.\"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12 immediately after this slide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 overlay — full vs sub-20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Optional detail: full distribution vs tail emphasis.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Slide 12 is the main argument; 13 is overlay for appendix trim.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Overlay full-panel PPM with sub-20 tail highlighted.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story as 12 with visual emphasis on the tail.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\"Same PPM story as the prior slide — optional appendix if someone wants the overlay.\"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13 immediately after this slide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III — PD21: Calibrate ASSIGN $\rho$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Bracket search until sim $H_{\mathrm{sort}}$ matches empirical NCAA sorting.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Locked panel: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sub-20, box QC, empirical roster caps, PPM $z$ within season.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Contrast only: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Slides 15–16 (ppm0lt20) — wrong estimand; volatile mid-decade $\rho^*$ vs flat hero.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Three narrative companions (HAND 14–16).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Calibrate $\rho$ — hero panel (locked)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III — PD21 \text{---} narrative for HAND 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homophily $\rho$ makes sim sorting match empirical $H_{\mathrm{sort}}$?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need defensible ASSIGN input — not legacy $\rho=0.5$ which overshoots on this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Bracket search 2011–2021 on locked hero panel; match sim to empirical $H_{\mathrm{sort}}$.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Longitudinal $\rho^* \approx 0$ — all 11 seasons at zero. Empirical $H_{\mathrm{sort}} \approx 0.064$. Legacy $\rho=0.5$: mean $|error| \approx 0.11$.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\"Near-zero $\rho$ is model–measurement fit on modest sorting — not a claim that NCAA assignment is random. This is the post-box-QC panel epoch.\"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14 immediately after this slide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Calibrate $\rho$ — ppm0lt20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III — PD21 \text{---} narrative for HAND 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if we keep sub-20 players with PPM $=0$ instead of dropping?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Alex asked about the alternate policy — show why it is not the locked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bracket machinery on ppm0lt20 policy at min 20 — contrast arm only.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Modest longitudinal $\rho^* \approx 0.0484$ (hero $=0$). Same mean $H_{\mathrm{sort}}$ as drop ($\approx 0.065$). Mid-decade per-season spike 2014→2015 — not flat all-zero hero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\"Wrong policy — volatile mid-decade $\rho^*$ on uncapped rows. Illustrative contrast only; locked estimand stays drop + slide 14.\"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15 immediately after this slide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Per-season $\rho^*$ timeseries (contrast)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III — PD21 \text{---} narrative for HAND 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does the wrong policy look season-by-season?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Season-by-season view of the contrast policy — mid-decade $\rho^*$ spike vs flat hero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Per-season $\rho^*$ and empirical $H_{\mathrm{sort}}$ under ppm0lt20 contrast policy.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Flat 2011–2014 at $\rho^*=0$, then 2014→2015 spike; co-moves with empirical $H_{\mathrm{sort}}$. Mean longitudinal $\rho^* \approx 0.0484$ — not the flat all-zero hero panel (slide 14).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\"Wrong policy, volatile season series — compare to the flat all-zero locked panel on slide 14.\"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16 immediately after this slide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IV — PD22: Policy deep dive + overlap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Back to Q2 and Q3 with evidence slides — then lock the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Slides 17–19: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Q2 mechanism: ability tails, bench-zero clustering, drop vs PPM-zero decision.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Slides 20–21: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Q3 reconciliation: overlap at $\rho^*=0$ for 2012 and 2013.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Five narrative companions (HAND 17–21).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PPM-zero vs drop — ability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does the ability picture change under PPM-zero?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Q2 — zeros change ASSIGN inputs even if mean $H_{\mathrm{sort}}$ barely moves.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Side-by-side ability histograms: drop sub-20 vs keep with PPM $=0$.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PPM-zero adds ~13k bench rows and a large zero/low-$z$ tail drop removes entirely.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\"PPM-zero reshapes the ability scale even when mean sorting barely moves — drop is cleaner input.\"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17 immediately after this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Bench-zero clustering vs $H_{\mathrm{sort}}$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Do identical bench zeros mechanically inflate sorting?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The worry was that zeros pile on deep benches and fake homophily.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Correlate bench-zero share with empirical $H_{\mathrm{sort}}$; all-zero team sanity check.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No all-zero team-seasons; bench zeros do not move league mean $H_{\mathrm{sort}}$ much on locked panel — but ability picture still favors drop.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\"Bench zeros do not blow up league mean $H_{\mathrm{sort}}$ here — but the ability picture still favors drop; see the decision slide next.\"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18 immediately after this slide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Panel policy — drop vs PPM-zero at min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Which policy do we lock for the hero panel and $\rho$ calibration?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Q2 decision slide — one clear policy before citing slide 14 $\rho^*$.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Side-by-side bracket summary: drop vs PPM-zero on post-QC panel at min 20.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$H_{\mathrm{sort}}$: 0.064 vs 0.065 ($\Delta \approx 0.001$). Drop wins — slide 14 already used this policy.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\"Drop at 20 is locked — slide 14 already used it; no $\rho$ re-run for drop-vs-zero.\"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19 immediately after this slide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Interval overlap — season 2012 ($\rho^*=0$)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overlap \text{---} narrative for HAND 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 overlap plots look sorted when bracket says $\rho^*=0$?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Q3 — reconcile the calibration number with what the overlap figures show.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Single-season talent-window overlap on locked panel, 2012.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89\% of talent grid has $&gt;1$ team covering the same ability bin — massive stacking.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\"Overlap is roster geometry; bracket $\rho^*$ is sim fit to $H_{\mathrm{sort}}$ — different questions, both valid.\"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20 immediately after this slide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Interval overlap — season 2013 ($\rho^*=0$)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overlap \text{---} narrative for HAND 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about the remembered 2013 $\rho^* \approx 0.07$?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2013 was the season that triggered the side quest — close it on locked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overlap plot for 2013; compare to pre-box-QC calibration epoch.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95\% grid stacking in 2013 — stronger than 2012, still at $\rho^*=0$ locked. Old $\rho^* \approx 0.07$ was pre-QC panel, not today's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\"2013 still stacks heavily at $\rho^*=0$ on the locked panel — the old 0.07 was pre-box-QC. Q3 closed; resume SELECT / MLE.\"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21 immediately after this slide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Where we stand — August 18,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What is locked and what is the exact next beat?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PD20–22 were scoped to justify panel and calibration quickly — not to perfect every sensitivity before returning to SELECT and outcomes.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Walked minutes data, box QC, drop vs PPM-zero, $\rho^*$ on locked panel, overlap reconciliation, PD20 Gibbs 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sub-20 + box QC hero panel; $\rho^* \approx 0$ modest fit; overlap still stacked; Gibbs SELECT preserves inverted-U. Not blocked on panel policy or $\rho$ re-calibration.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Campaign checkpoint cleared. Next slides map what lies ahead — main line first, then parked work and longer horizon.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From snag fix back to the main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Parts 5–6 closed the defensive campaign; we resume fitting.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is locked: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sub-20 + box QC hero panel; $\rho^* \approx 0$ modest fit; PD20 Gibbs gate cleared. No $\rho$ re-run needed for the drop decision.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is next: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SELECT / MLE $\rightarrow$ $\lambda^*$, $t^*$, $\gamma$ $\rightarrow$ side-by-side deliverable (hero + sim, honest limits).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are not blocked on panel policy — the main line is fitting SELECT on the locked panel story.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main line (resume here)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PD20–22 were defensive; the scientific campaign continues on the locked 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Beat 1 — SELECT / MLE: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 cleared soft Gibbs SELECT. Next: lock $K$-draw semantics, then statistical fit for SELECT parameters (MLE) on the locked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Beat 2 — SCORE + SELECT knobs: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Fit $\lambda^*$ (congestion in score), $t^*$ (temperature), $\gamma$ (viability sharpness) — same hero panel, ASSIGN at locked $\rho^* \approx 0$.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Beat 3 — Side-by-side deliverable: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Empirical hero + sim curves with honest axes and one limitation sentence — the simplified-model chapter (not bin-for-bin replication yet).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Wang Rung 3 (predictions)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After MBB v1 fit is tight, climb the prediction rung — not blocking the next fit checkpoint.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Already partly done: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Cross-domain inverted-U (Army + MBB); sim knockout (talent-only score vs congestion in score).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PD14 — predictive gain (parked):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Model A (ability + roster congestion) vs Model B (ability only): does roster pressure improve draft prediction? Largest gain expected for top ability under few slots.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Near-threshold / composition: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Candidate tests under small $K$: does congestion matter most where slots are scarce? Ties to $\lambda$ sweeps and SELECT capacity.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parked (do not block main 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Optional sensitivity — run only if asked in meeting or a reviewer forces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PD22 item 12: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Team-rank forensics — skipped; pre-box-QC $\rho^*$ side quest already closed.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PD22 items 13–14: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Caps-off sensitivity; minutes-floor ladder (min 10 / 15 / 20 / 30 overlay). Useful appendix, not gating SELECT / MLE.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Tenure third leg: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Preliminary hero on faculty panel — parallel domain, not MBB v1 blocker.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manuscript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Summer–Fall 2026 target: one coherent Wang-style object, not two half-finished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MBB v1 chapter: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Hero (Layer A) + mechanism story (Layer B) + wind-tunnel sim (Layer C) + honest limits. Side-by-side deliverable: same kind of outcome axis, explicit what we do not claim.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Three-setting paper: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Army (strong) + MBB (replicated LOO inverted-U) + tenure (preliminary). Mechanism section must read as one ladder, not stitched regressions.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After MBB v1 is tight: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Tenure Cox pass; PD14 magnitude; richer predictions — sequence per COMPASS, not parallel rabbit holes.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One breath — closing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If you need a single paragraph to close before SELECT / MLE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cleared soft SELECT (PD20). We cleaned the ESPN panel (box QC) and defended drop sub-20 over PPM-zero (PD22). On that locked panel, $\rho^* \approx 0$ matches modest sorting — not random NCAA rosters — and overlap pictures still look stacked because they measure geometry, not the homophily knob. We can go back to fitting SELECT without redoing $\rho$ for the drop decision.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Open next: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Lock Bernoulli-softmax draft likelihood (Alex PD23), then MLE for $\lambda^*$, $\gamma^*$, $t^*$ on the locked hero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