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PPM distribution: filtered-out tail vs hero ASSIGN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PD22 · PPM tails · 2013-2021 · $89$ sub-20-min rows with PPM $&gt; 1$</a:t>
            </a:r>
          </a:p>
        </p:txBody>
      </p:sp>
      <p:pic>
        <p:nvPicPr>
          <p:cNvPr id="4" name="Picture 3" descr="PD22_ppm_distribution_2013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579" y="1051560"/>
            <a:ext cx="7272536" cy="3950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5074920"/>
            <a:ext cx="114235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PD22 items 3–4: points-per-minute (PPM) — filtered-out tail vs hero ASSIGN input.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Box QC at panel build: drop dash-name placeholders; keep team-seasons with $\geq 11$ distinct games in box (frozen CSV untouched).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Panel: 2013-2021 MBB · hero lock min = $20$ min.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Item 3 (left): $11,832$ rows with minutes $&lt; 20$ ($6,909$ at $0$ min excluded from PPM hist).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Sub-20-min with PPM $&gt; 1$: $89$; max raw PPM in tail: $3.00$.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Item 4 (right): hero panel $n = 38,123$ — raw PPM then PPM z within season (PD21 ASSIGN ability; empirical roster caps are separate).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Hero raw PPM median = $0.311$; standardized ability median = $-0.04$.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Left: why minutes matter (garbage-time PPM spikes). Right: what enters homophily calibration after the floor.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hero panel + PPM z within season (PD21 ASSIGN input)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89904"/>
            <a:ext cx="11423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(PD22): Minutes floor guards against noisy PPM tails — sub-20-min rows include extreme points-per-minute spikes; hero ASSIGN uses PPM z-scored within season on the min-20 panel.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