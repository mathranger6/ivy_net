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PD21 — Per-season $\rho^*$ and empirical $H_{\mathrm{sort}}$ (contrast: ppm0lt20 — not for calibration)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PD21 · per-season $\rho^*$ vs empirical $H_{\mathrm{sort}}$ · 2011-2021 · contrast ppm0lt20</a:t>
            </a:r>
          </a:p>
        </p:txBody>
      </p:sp>
      <p:pic>
        <p:nvPicPr>
          <p:cNvPr id="4" name="Picture 3" descr="PD21_rho_hsort_calibrate_2011_2021_ppm0lt20_bracket_rho_hsort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7574" y="1051560"/>
            <a:ext cx="7356546" cy="3950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4048" y="5074920"/>
            <a:ext cx="1142359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PD21 contrast (Aug 2026): ppm0lt20 panel — illustrative only; do not use for locked longitudinal $\rho$ calibration.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Panel: 2011–2021 MBB · all roster rows kept · raw PPM$=0$ if minutes$&lt;20$ · no roster caps — contrast / legacy estimand only.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Red (left): per-season calibrated $\rho^*$; dotted red = mean $\rho^*$ ($\approx 0.477$). Open circles = hit $\rho_{\max}$ cap.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Blue (right): empirical $H_{\mathrm{sort}}$ by season; dotted blue = longitudinal mean $H_{\mathrm{sort}}^{\mathrm{emp}}$ ($\approx 0.171$).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H_{sort} = 1 - \sum_i(\hat{A}_i - \hat{\mu}_{g(i)})^2 / \sum_i(\hat{A}_i - \bar{A})^2 — realized sorting on a fixed partition.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2013$\rightarrow$2014 per-season $\rho^*$: $0.103\rightarrow0.569$ — coincides with raw ESPN player-season count jump; not used for locked calibration.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Pair with PD22 ESPN coverage (HAND20 slide 9) — 2013$\rightarrow$2014 raw player-season jump explains this timeseries, not doubled games.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89904"/>
            <a:ext cx="11423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Claim (PD21 contrast): 2013$\rightarrow$2014 jump in per-season $\rho^*$ on ppm0lt20 is ESPN roster-depth artifact — hero min-20 panel gives flat $\rho^*$; see PD22 ESPN coverage (HAND20 slide 9).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