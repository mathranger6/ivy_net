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0"/>
  </p:normalViewPr>
  <p:slideViewPr>
    <p:cSldViewPr snapToGrid="0" snapToObjects="1">
      <p:cViewPr varScale="1">
        <p:scale>
          <a:sx n="171" d="100"/>
          <a:sy n="171" d="100"/>
        </p:scale>
        <p:origin x="168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1_rho_hsort_calibrate_2011_2021_ppm0lt20_bracket_rho_hsor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318" y="1014045"/>
            <a:ext cx="8355682" cy="44867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917732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Calibri"/>
                  </a:rPr>
                  <a:t>PD21 —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0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b="1" dirty="0">
                    <a:latin typeface="Calibri"/>
                  </a:rPr>
                  <a:t> and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libri"/>
                  </a:rPr>
                  <a:t> (contrast: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b="1" dirty="0">
                    <a:latin typeface="Calibri"/>
                  </a:rPr>
                  <a:t> — not for calibration)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9177321" cy="400110"/>
              </a:xfrm>
              <a:prstGeom prst="rect">
                <a:avLst/>
              </a:prstGeom>
              <a:blipFill>
                <a:blip r:embed="rId3"/>
                <a:stretch>
                  <a:fillRect l="-692" t="-9375" r="-69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98654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1000" dirty="0">
                    <a:latin typeface="Calibri"/>
                  </a:rPr>
                  <a:t>PD21 ·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vs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· 2011-2021 · contrast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sz="100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986541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35366" y="1149319"/>
                <a:ext cx="3702454" cy="3409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PD21 contrast (Aug 2026):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panel — illustrative only; do not use for locked longitudinal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calibration.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Panel: 2011–2021 MBB · all roster rows kept · raw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· no roster caps — contrast / legacy estimand only.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Red (left): per-season calibrated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; dotted red = mean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0.477</m:t>
                    </m:r>
                  </m:oMath>
                </a14:m>
                <a:r>
                  <a:rPr lang="en-US" sz="1000" dirty="0">
                    <a:latin typeface="Calibri"/>
                  </a:rPr>
                  <a:t>). Open circles = hit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cap.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Blue (right):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by season; dotted blue = longitudinal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0.171</m:t>
                    </m:r>
                  </m:oMath>
                </a14:m>
                <a:r>
                  <a:rPr lang="en-US" sz="100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i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i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00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$2014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0.103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→0.569</m:t>
                    </m:r>
                  </m:oMath>
                </a14:m>
                <a:r>
                  <a:rPr lang="en-US" sz="1000" dirty="0">
                    <a:latin typeface="Calibri"/>
                  </a:rPr>
                  <a:t> — coincides with raw ESPN player-season count jump; not used for locked calibration.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Pair with PD22 ESPN coverage backup slide —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2014 raw player-season jump explains this timeseries, not doubled games.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66" y="1149319"/>
                <a:ext cx="3702454" cy="3409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C222D3-03B9-E83A-EA0C-EC283EC4576D}"/>
                  </a:ext>
                </a:extLst>
              </p:cNvPr>
              <p:cNvSpPr txBox="1"/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(PD21 contrast): 2013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2014 jump in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100" b="1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is ESPN roster-depth artifact — hero min-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panel gives flat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100" b="1" i="0" baseline="0" dirty="0">
                    <a:latin typeface="Calibri"/>
                  </a:rPr>
                  <a:t>; see PD22 ESPN coverage backup.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C222D3-03B9-E83A-EA0C-EC283EC45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235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2026-08-18T02:18:25Z</dcterms:modified>
  <cp:category/>
</cp:coreProperties>
</file>