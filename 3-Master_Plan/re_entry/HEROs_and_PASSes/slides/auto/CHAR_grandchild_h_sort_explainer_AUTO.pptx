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What is $H_{sort}$? Realized assortativity on rosters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Realized sorting index · LG / PD17 · alias \texttt{sorting\_index\_h} in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033272"/>
            <a:ext cx="3794760" cy="4965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H_{sort} = 1 - \sum_i(\hat{A}_i - \hat{\mu}_{g(i)})^2 / \sum_i(\hat{A}_i - \bar{A})^2 — realized sorting on a fixed partition.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Denominator: total Sum of Squares (SS) — spread of \hat{A}_i around \bar{A}.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Numerator: within-team Sum of Squares (SS) — spread around \mu_{g(i)}.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H_{sort} = 1 - (within-team SS)/(total SS); explained-variance / Analysis of Variance (ANOVA)-style.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H_{sort} \approx 0: team label tells you little (random-like partition).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H_{sort} \approx 1: teams are perfectly separated (point-mass rosters).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Alex one-liner: knowing roster explains how much ability deviates from \bar{A}.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Not Newman network assortativity r — partition statistic on abilities.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Complements interval overlap (geometry) — use both in brief.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\rho \uparrow \Rightarrow H_{sort} \uparrow in LG sweep (see inset plot).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VECTOR lock: H_{sort} is realized sorting — not the generative homophily knob \rho.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Memo: grandchild_assign/GRANDCHILD_D_and_H_sort_interpretation.md</a:t>
            </a:r>
          </a:p>
        </p:txBody>
      </p:sp>
      <p:pic>
        <p:nvPicPr>
          <p:cNvPr id="5" name="Picture 4" descr="GRANDCHILD_rho_vs_assorta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9976" y="1066982"/>
            <a:ext cx="7427671" cy="49160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Claim: H_{sort} is realized assortativity on a fixed partition — generative homophily \rho is the ASSIGN knob; measure H_{sort} after assign.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