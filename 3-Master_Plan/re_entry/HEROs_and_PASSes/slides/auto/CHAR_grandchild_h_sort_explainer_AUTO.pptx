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What is $H_{sort}$? Realized assortativity on rosters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Realized sorting index · Grandchild / PD17 · alias \texttt{sorting\_index\_h}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33272"/>
            <a:ext cx="3794760" cy="496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Denominator: total Sum of Squares (SS) — spread of \hat{A}_i around \bar{A}.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Numerator: within-team Sum of Squares (SS) — spread around \mu_{g(i)}.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(within-team SS)/(total SS); explained-variance / Analysis of Variance (ANOVA)-style.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\approx 0: team label tells you little (random-like partition).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\approx 1: teams are perfectly separated (point-mass rosters).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Alex one-liner: knowing roster explains how much ability deviates from \bar{A}.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Not Newman network assortativity r — partition statistic on abilities.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Complements interval overlap (geometry) — use both in brief.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\rho \uparrow \Rightarrow H_{sort} \uparrow in Grandchild sweep (see inset plot).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Memo: grandchild_assign/GRANDCHILD_D_and_H_sort_interpretation.md</a:t>
            </a:r>
          </a:p>
        </p:txBody>
      </p:sp>
      <p:pic>
        <p:nvPicPr>
          <p:cNvPr id="5" name="Picture 4" descr="GRANDCHILD_rho_vs_assorta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066982"/>
            <a:ext cx="7427671" cy="4916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H_{sort} is realized assortativity on a fixed partition — generative homophily \rho is the ASSIGN knob; measure H_{sort} after assign.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