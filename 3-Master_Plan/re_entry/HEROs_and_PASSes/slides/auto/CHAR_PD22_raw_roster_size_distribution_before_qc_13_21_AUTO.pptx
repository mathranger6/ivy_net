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Roster size: raw box (no QC) vs min-20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roster size (before QC) · 2013-2021 · raw median = $16$ · max = $115$</a:t>
            </a:r>
          </a:p>
        </p:txBody>
      </p:sp>
      <p:pic>
        <p:nvPicPr>
          <p:cNvPr id="4" name="Picture 3" descr="PD22_raw_roster_size_distribution_2013_2021_before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players per team-season — legacy raw box (no QC) vs min-20 drop.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 box QC: dash-name placeholders and sparse team-seasons still in panel.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$5,555$ team-seasons · $93,842$ player-season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Min=$0$ raw box (blue): median = $16$, mean = $16.9$; $17.5\%$ exactly $15$, $72.8\%$ $\geq 15$, $55.4\%$ $&gt; 15$.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Min-20 drop (orange): median = $11$, mean = $9.5$; only $2.3\%$ exactly $15$.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Tail: max = $115$ (BYU $2,018$); $115$ BYU spike from ESPN dash rows in one game (SCOUT Aug $2,026$).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Motivation for box QC at panel build — next slide shows after dash + min-games filters.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team-season counts; right: normalized — long tail from junk box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Raw ESPN box rows inflate team-season roster counts — dash placeholders and sparse junk games before panel QC at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