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9"/>
  </p:normalViewPr>
  <p:slideViewPr>
    <p:cSldViewPr snapToGrid="0" snapToObjects="1">
      <p:cViewPr varScale="1">
        <p:scale>
          <a:sx n="191" d="100"/>
          <a:sy n="191" d="100"/>
        </p:scale>
        <p:origin x="216" y="10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10413492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(hero panel — locked calibration)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0413492" cy="400110"/>
              </a:xfrm>
              <a:prstGeom prst="rect">
                <a:avLst/>
              </a:prstGeom>
              <a:blipFill>
                <a:blip r:embed="rId2"/>
                <a:stretch>
                  <a:fillRect l="-6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72111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PD21 · LG ASSIGN calibration ·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 · bracket 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hero panel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72111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1_rho_hsort_calibrate_2011_2021_bra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160349"/>
            <a:ext cx="7653840" cy="4982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PD21 locked calibration (Aug 2026): bracket search on hero panel for Alex ASSIGN $\rho$.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Alex (Aug 2026): calibrate ASSIGN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MLE parked.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2011–2021 MBB · min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player-season drop · box QC at panel build · empirical roster caps · PPM z-scored within season.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Search: bracket + bisect (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Per-season: 11/11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all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Legacy reference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≈0.112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≈0.018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Figure bottom-right inset: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— flat at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all seasons on hero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what we DO say: on the locked hero panel, the LG ASSIGN homophily knob calibrates to zero (11/11 seasons);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≈0.064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≈0.0642059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scale); sim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slightly high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≈0.0821529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turning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up overshoots (see legacy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bullet).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what we DO NOT say: NCAA has no team formation; Duke and a weak D-I school draw from the same talent pool; real-world assortativity is absent; Hero inverted-U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SELECT story is dead.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on a fixed roster partition (VECTOR lock) — not the generative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knob. Box QC lowered measured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vs pre-QC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∼0.10→∼0.06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modest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zero. Contrast: slide</a:t>
                </a:r>
                <a:r>
                  <a:rPr lang="en-US" sz="1000" b="0" i="0" baseline="0" dirty="0">
                    <a:latin typeface="Calibri"/>
                  </a:rPr>
                  <a:t> 6 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(x-axis zoomed to evaluated bracket).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blipFill>
                <a:blip r:embed="rId5"/>
                <a:stretch>
                  <a:fillRect t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(Alex): Hero panel — LG ASSIGN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matches modest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≈0.064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; legacy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overshoots (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0.11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). Model–measurement fit on this panel — not a claim that NCAA rosters are random.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blipFill>
                <a:blip r:embed="rId6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452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3</cp:revision>
  <dcterms:created xsi:type="dcterms:W3CDTF">2013-01-27T09:14:16Z</dcterms:created>
  <dcterms:modified xsi:type="dcterms:W3CDTF">2026-08-18T01:58:17Z</dcterms:modified>
  <cp:category/>
</cp:coreProperties>
</file>