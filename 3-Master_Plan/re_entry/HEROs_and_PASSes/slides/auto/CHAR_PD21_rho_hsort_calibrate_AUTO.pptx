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65"/>
    <p:restoredTop sz="94649"/>
  </p:normalViewPr>
  <p:slideViewPr>
    <p:cSldViewPr snapToGrid="0" snapToObjects="1">
      <p:cViewPr varScale="1">
        <p:scale>
          <a:sx n="160" d="100"/>
          <a:sy n="160" d="100"/>
        </p:scale>
        <p:origin x="192" y="16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1_rho_hsort_calibrate_2011_2021_bra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407" y="721581"/>
            <a:ext cx="8337713" cy="54231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681994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</a:t>
                </a:r>
                <a:r>
                  <a:rPr sz="2000" b="1" i="0" baseline="0" dirty="0">
                    <a:latin typeface="Calibri"/>
                  </a:rPr>
                  <a:t>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819944" cy="400110"/>
              </a:xfrm>
              <a:prstGeom prst="rect">
                <a:avLst/>
              </a:prstGeom>
              <a:blipFill>
                <a:blip r:embed="rId3"/>
                <a:stretch>
                  <a:fillRect l="-92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40692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PD21 · LG ASSIGN calibration · 2011-2021 · 50 seeds · bracket 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≈0.0703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406929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182880" y="1053120"/>
                <a:ext cx="2886323" cy="5296470"/>
              </a:xfrm>
              <a:prstGeom prst="rect">
                <a:avLst/>
              </a:prstGeom>
              <a:noFill/>
            </p:spPr>
            <p:txBody>
              <a:bodyPr wrap="square" numCol="1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Alex (Aug 2026): calibrate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MLE parked.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2011–2021 hero MBB · min 20 min · empirical roster caps · PPM z within season.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Search: bracket + bisect (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≈0.07031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Per-season: 6/11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nonzero — 2013: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≈0.0715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2015: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≈0.0668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2018: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≈0.0168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2019: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≈0.0293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2021: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≈0.0652</m:t>
                    </m:r>
                  </m:oMath>
                </a14:m>
                <a:endParaRPr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≈0.098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≈1.5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(x-axis zoomed to evaluated bracket; reference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excluded from axis).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" y="1053120"/>
                <a:ext cx="2886323" cy="529647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6" y="6349589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(Alex): Near-zero ASSIGN homophily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matches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the hero panel — legacy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overshoots simulated sorting by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∼0.10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6" y="6349589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258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2</cp:revision>
  <dcterms:created xsi:type="dcterms:W3CDTF">2013-01-27T09:14:16Z</dcterms:created>
  <dcterms:modified xsi:type="dcterms:W3CDTF">2026-08-14T21:06:15Z</dcterms:modified>
  <cp:category/>
</cp:coreProperties>
</file>