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input — empirical roster-size multiset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mean=9.6 vs old fixed $C=15$</a:t>
            </a:r>
          </a:p>
        </p:txBody>
      </p:sp>
      <p:pic>
        <p:nvPicPr>
          <p:cNvPr id="4" name="Picture 3" descr="GRANDCHILD_empirical_roster_caps_roster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1577837"/>
            <a:ext cx="7427671" cy="3894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Alex ask: LG stub capacities = exact NCAA filtered roster-size multiset.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MBB 2011-2021 · min 20 min · one capacity per real team-season per year.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NCAA / LG: $n=6,492$ team-seasons · mean=9.6 · median=11 · sd=3.6.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Range 2–19 qualifying players per team.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Replaces fixed $C=15$ repack ($J=N/15$, every roster exactly 15).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Same player pool (~62k); ASSIGN homophily unchanged — only input geometry.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LG realized roster sizes match NCAA by construction (overlay).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Alex's fix — LG teams get the exact filtered NCAA roster-size distribution, not a synthetic 15-man league.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