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Drafted-player retention vs playing-time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drafted retention audit · 2013-2021 · at min $20$ drop: $882/926$ drafted player-seasons kept</a:t>
            </a:r>
          </a:p>
        </p:txBody>
      </p:sp>
      <p:pic>
        <p:nvPicPr>
          <p:cNvPr id="4" name="Picture 3" descr="PD22_drafted_minutes_audit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46" y="1051560"/>
            <a:ext cx="9853203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1: audit minutes floor before defending min 20 min or PPM-zero bench policy.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rebuild min\_minutes=0 after box QC · $Y_{\mathrm{draft}}$ = ever-draft flag (not season-specific).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Drafted player-seasons: $926$ ($425$ unique athletes).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Minutes among drafted: min = $0$; draft-safe max floor (drop) $\approx 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lock min = $20$: retain $882/926$; lose $44$ player-seasons ($42$ unique athletes; $42$ at $0$ min).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Right panel: red labels = drafted player-seasons lost vs min\_minutes=0 floor at each threshold.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PPM-zero policy: all drafted rows retained; sub-floor players get raw PPM = 0 before z-score.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Lost at min $20$ drop ($44$): id 51323 (2013): 0.0 min; id 56359 (2013): 0.0 min; id 56965 (2014): 0.0 min (+41 more — see CSV)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empirical cumulative distribution function (ECDF) of drafted minutes ($10$ min teal, $20$ min red). Right: retained count vs floor.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Playing-time floor must be draft-safe — retain every ever-draft ($Y_{\mathrm{draft}}=1$) player-season before we justify min 20 min or PPM-zero bench policy for $\rho$ / $H_{\mathrm{sort}}$ calibration.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