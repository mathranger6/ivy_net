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Games per team-season in raw box data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team-season games · 2013–2021 · $1,619$ with $1$ game · median = $29$</a:t>
            </a:r>
          </a:p>
        </p:txBody>
      </p:sp>
      <p:pic>
        <p:nvPicPr>
          <p:cNvPr id="4" name="Picture 3" descr="PD22_team_season_games_count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distinct game\_ids per (team\_id, season) in raw box (2011–2021).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$5,555$ team-seasons · median = $29$ games · mean = $18.5$ · max = $41$.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Bimodal: $1,619$ team-seasons ($29.1\%$) with only $1$ game (red line) vs cluster near $30$–$32$ (full 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$\leq 10$ games: $2,403$ ($43.3\%$); $&gt; 10$ games: $3,152$ — sparse tail is partial coverage / small-school noise.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Default box QC (panel\_rebuild): min\_team\_season\_games=10 drops team-seasons with $\leq 10$ games (keep $\geq 11$).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linear counts; right: log $y$ — gap between spikes is low-frequency partial seasons, not hero-panel mass.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Pairs with roster-size backup: low-game team-seasons often inflate per-game roster anomalies (SCOUT ESPN dash rows).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Box panel mixes full D-I seasons ($\sim 30$ games) with sparse one-game team-seasons — default min\_team\_season\_games=10 drops team-seasons with $\leq 10$ games (keep $\geq 11$) before player-season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