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capacity sweep — SELECT vs empirical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LOO + pool mean · all LG curves monotone</a:t>
            </a:r>
          </a:p>
        </p:txBody>
      </p:sp>
      <p:pic>
        <p:nvPicPr>
          <p:cNvPr id="4" name="Picture 3" descr="GRANDCHILD_roster_size_c_sweep_selec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979839"/>
            <a:ext cx="7427671" cy="3090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SELECT: draft rate vs LOO peer quality (left) and pool mean (right).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fixed $\rho=0.5$ · empirical dashed blue.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LOO: inverted u like (peak bin 11, 2.62\%).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$C=10$: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$C=11$: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$C=15$: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Lowering $C$ toward rotation-cohort scale does not recover inverted-U.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$\rho$ shapes ASSIGN sorting; selection curvature lives in SCORE ($\lambda$).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Next lever: $\lambda$ sweep on SELECT — not $\rho$ or $C$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C fixes headcount, not selection shape — empirical inverted-U survives; λ is the promising SCORE knob.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