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Games per team-season after box QC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games after box QC · 2011–2021 · 3,842 team-seasons · median = 32 · min $\geq$ 11</a:t>
            </a:r>
          </a:p>
        </p:txBody>
      </p:sp>
      <p:pic>
        <p:nvPicPr>
          <p:cNvPr id="4" name="Picture 3" descr="PD22_team_season_games_count_after_qc_2011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 (after filter): distinct game\_ids per (team\_id, season) surviving box QC.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$\geq$11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3,842 team-seasons kept · median = 32 games · mean = 31.6 · min = 12 (all $\geq$ 11).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Removed by min\_team\_season\_games=10: 2,715 team-seasons with $\leq$ 10 games (see raw games-count slide).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Dropped dash rows: 175 game rows before game-count tally.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No one-game spike — bulk mass sits near 28–32 games (normal D-I seasons).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linear counts; right: log $y$ — post-QC panel is what roster-size and minutes diagnostics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After box QC, team-season game counts are full-season D-I coverage ($\geq$11 games) — low-game tail ($\leq$10 games) removed before panel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