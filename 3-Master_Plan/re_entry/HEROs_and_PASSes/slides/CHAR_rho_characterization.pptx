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  <a:defRPr sz="1000" b="1"/>
            </a:pPr>
            <a:r>
              <a:t>ASSIGN (knob ρ) — LaTeX:</a:t>
            </a:r>
          </a:p>
          <a:p>
            <a:pPr>
              <a:spcAft>
                <a:spcPts val="0"/>
              </a:spcAft>
            </a:pPr>
            <a:r>
              <a:rPr sz="1000">
                <a:latin typeface="Courier New"/>
              </a:rPr>
              <a:t>\pi_{ij} \propto \exp\left(-\rho \cdot \frac{(A_i-T_j)^2}{2\sigma^2}\right)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ρ ∈ {0.1, 1, 8, 32}</a:t>
            </a:r>
            <a:r>
              <a:rPr sz="1000"/>
              <a:t> + sort-and-chop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- 0.55 · 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C_rho_ablation_selection_by_pool_mean_with_sortc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54" y="768096"/>
            <a:ext cx="5982875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players mix across teams — selection vs pool mean stays nearly flat.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peer environments concentrate;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benchmark: hard rank match (same score rule as soft arms).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nearly flat curve;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suppressed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  <a:defRPr sz="1000" b="1"/>
            </a:pPr>
            <a:r>
              <a:t>ASSIGN (knob ρ) — LaTeX:</a:t>
            </a:r>
          </a:p>
          <a:p>
            <a:pPr>
              <a:spcAft>
                <a:spcPts val="0"/>
              </a:spcAft>
            </a:pPr>
            <a:r>
              <a:rPr sz="1000">
                <a:latin typeface="Courier New"/>
              </a:rPr>
              <a:t>\pi_{ij} \propto \exp\left(-\rho \cdot \frac{(A_i-T_j)^2}{2\sigma^2}\right)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ρ ∈ {0.1, 1, 8, 32}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- 0.55 · 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C_rho_ablation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994" y="768096"/>
            <a:ext cx="6055395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players mix across teams — selection vs pool mean stays nearly flat.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peer environments concentrate;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arm omitted from plot (still in CSV bundle; toggle restores it).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nearly flat curve;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