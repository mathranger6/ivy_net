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5"/>
  </p:notesMasterIdLst>
  <p:sldIdLst>
    <p:sldId id="303" r:id="rId2"/>
    <p:sldId id="256" r:id="rId3"/>
    <p:sldId id="257" r:id="rId4"/>
    <p:sldId id="267" r:id="rId5"/>
    <p:sldId id="258" r:id="rId6"/>
    <p:sldId id="268" r:id="rId7"/>
    <p:sldId id="259" r:id="rId8"/>
    <p:sldId id="269" r:id="rId9"/>
    <p:sldId id="270" r:id="rId10"/>
    <p:sldId id="272" r:id="rId11"/>
    <p:sldId id="273" r:id="rId12"/>
    <p:sldId id="271" r:id="rId13"/>
    <p:sldId id="26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48"/>
    <p:restoredTop sz="94722"/>
  </p:normalViewPr>
  <p:slideViewPr>
    <p:cSldViewPr snapToGrid="0">
      <p:cViewPr varScale="1">
        <p:scale>
          <a:sx n="111" d="100"/>
          <a:sy n="111" d="100"/>
        </p:scale>
        <p:origin x="49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128BE16-E189-B440-9E39-16C064312CAC}" type="datetimeFigureOut">
              <a:rPr lang="en-US" smtClean="0"/>
              <a:t>8/25/26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B97795-7199-7C49-90CF-3D6FA30D41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0843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E733B7-6435-5527-B03D-87DED61E0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3E0AF-CFCD-F51E-2497-2D7965D765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BFD5ED-15D5-F513-8018-319659B80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CC62E-6DFB-3B47-8770-DE5A9D482877}" type="datetime1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FCF839-1530-8627-F77A-56BA9F58D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08CF5-298C-F9A1-0EC6-26E2C7206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4172D2-C5CE-0247-BBAE-CD657587F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0325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9BE14-E296-4BE4-59F2-3B6104BE0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82E0CF-901F-368E-3178-27FF0ED777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50D2F2-E1A5-21A9-1488-361A461AD7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E14B6-FE25-F840-A9EF-4568E9E7089C}" type="datetime1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4E074C-8109-44CA-288A-0B776FAC56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78A47C-EEE3-0510-8A14-A94CFE1D8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4172D2-C5CE-0247-BBAE-CD657587F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8054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0F0C3-06C0-F9BE-1B2F-FE0044818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17511D-CC72-97A9-188E-900C9B3C98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08FD6B-9142-8314-F233-330EDF8BB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F59BF-C37F-8345-AB62-EFDAFD8181E6}" type="datetime1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592DE2-218C-9942-7C0A-8F9FE078D7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1BC755-E084-5DDF-8D1E-1C9E7A341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4172D2-C5CE-0247-BBAE-CD657587F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37298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C96EC-20AC-0BFC-1EBF-842E66C4A0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A10016-3EDD-279F-002A-430899BAF0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BBEC80-57E5-7DE5-330F-9AE0FBDC28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E44F36-E2E5-FD6C-8C43-79B2464E7B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943CAB-43C8-CE4E-95F3-26C5A31787DC}" type="datetime1">
              <a:rPr lang="en-US" smtClean="0"/>
              <a:t>8/25/26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6997BC-589A-6751-FC3C-8DF1C6F685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BD248E-A048-E832-D701-1E52B31423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4172D2-C5CE-0247-BBAE-CD657587F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26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22E47-A238-E09F-E6DC-AA9A3F1FA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398AC6-AFA7-CF12-65CE-9A3C05B54A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A4EB14-C8D8-9948-F9B8-8976F6E8C3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230BB6-494A-FBD2-F928-D0C8737ABB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483D58-9D10-B18B-3C29-BD84E33A49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C2718C-6DEF-B86F-8788-30FBFFF66E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2126C-BAEA-4A4B-A40B-92B07F93B3FD}" type="datetime1">
              <a:rPr lang="en-US" smtClean="0"/>
              <a:t>8/25/26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9F9DB1A-9AEE-55A6-7278-DA4C40D7E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6CB533F-F891-EE6D-96EB-27137D184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4172D2-C5CE-0247-BBAE-CD657587F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8603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C12A6-298D-5A22-C6A1-847DDCE9E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88A1D2-D561-0B36-3F3B-16623360A5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8D886-A9EC-0547-8E67-CCA7482A9B9D}" type="datetime1">
              <a:rPr lang="en-US" smtClean="0"/>
              <a:t>8/25/26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81065FA-05DC-C30A-F84C-599C6F229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FE7FF9-4642-3009-25D6-F5DA5348B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4172D2-C5CE-0247-BBAE-CD657587F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88269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172EAC-1396-F8FF-7477-726E62A7A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61759-6D54-C443-889F-C5B0985B7343}" type="datetime1">
              <a:rPr lang="en-US" smtClean="0"/>
              <a:t>8/25/26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B897133-82C5-4496-D1EA-4102E550D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08965B-002F-F356-51DF-3618677ED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4172D2-C5CE-0247-BBAE-CD657587F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55220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149C4-17FA-1BF8-82F3-C4E204571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13DB42-0AB3-904B-DF40-6B6CB89A49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8524DD-A9C4-0097-ED1F-F47983C93D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24DCE3-D123-7A6E-3A39-82AE30352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CCB9A9-EFBC-714E-A1BB-BB2D3D6387F1}" type="datetime1">
              <a:rPr lang="en-US" smtClean="0"/>
              <a:t>8/25/26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9041B8-313F-4CA5-3B04-6A4878E7E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6FFD4D-B194-AD0B-9215-89D5DF1ED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4172D2-C5CE-0247-BBAE-CD657587F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780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779B4-751C-94ED-063B-9B5BB2379F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2034E8-19B3-4959-5A5E-2EFC34DDCC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5A6E99-E292-6E8F-C326-24F814AB0A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259043-EBF7-26A0-0192-621E415F3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47C60-F3A8-8545-BC53-4A4F1DA857EA}" type="datetime1">
              <a:rPr lang="en-US" smtClean="0"/>
              <a:t>8/25/26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9C5B17-2C3B-F20E-B616-D3FFB27ED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62FC7E-AFD4-A97A-7421-3FDABEFDD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4172D2-C5CE-0247-BBAE-CD657587F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15926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3A2FC8-B433-F69F-0369-DDF9112F2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D3AD10-1E0B-7A99-BB19-CDA345997B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A6BF0C-DA5F-3D3C-F8BD-FAB193EEF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C3867-B8E1-5346-9552-E5F16E1245BA}" type="datetime1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F5E1A6-631F-8F14-FB4C-4C2B7D1768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79BC6-A02E-70A9-B7F7-113C9C984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4172D2-C5CE-0247-BBAE-CD657587F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2424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3BB1C23-A4E0-D297-B75E-972C27FF45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FDA2CD-3742-7DE0-D729-B96740D2AD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C2E8A4-40EF-8F25-3401-55CC8C5671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42FD-90EA-C44F-9F73-8988A9E55149}" type="datetime1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3EDF65-F718-C9CD-A432-072D90A158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10DEE5-D4A5-A72B-CDCF-AD75FD455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4172D2-C5CE-0247-BBAE-CD657587F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37853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5A5CF1-0F84-B66A-5AE6-CA8085C090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CE3684-C559-DE01-A37B-07A031EAF3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58DC3C-3A37-90FA-3525-77889EAE92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C12A16A-068D-C749-91F2-5320144FB665}" type="datetime1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3E8353-F252-6603-70D4-821114FE4A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BEC243-E8C6-D088-F933-4C607E9DCA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4172D2-C5CE-0247-BBAE-CD657587F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1776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B9E7DCF-1A3D-1CEE-5EBF-9B07041D6A72}"/>
              </a:ext>
            </a:extLst>
          </p:cNvPr>
          <p:cNvSpPr txBox="1"/>
          <p:nvPr/>
        </p:nvSpPr>
        <p:spPr>
          <a:xfrm>
            <a:off x="169762" y="2967335"/>
            <a:ext cx="118524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i="1" dirty="0">
                <a:latin typeface="Futura Medium" panose="020B0602020204020303" pitchFamily="34" charset="-79"/>
                <a:cs typeface="Futura Medium" panose="020B0602020204020303" pitchFamily="34" charset="-79"/>
              </a:rPr>
              <a:t>OLD vs </a:t>
            </a:r>
            <a:r>
              <a:rPr lang="en-US" sz="5400" i="1">
                <a:latin typeface="Futura Medium" panose="020B0602020204020303" pitchFamily="34" charset="-79"/>
                <a:cs typeface="Futura Medium" panose="020B0602020204020303" pitchFamily="34" charset="-79"/>
              </a:rPr>
              <a:t>NEW empirical</a:t>
            </a:r>
            <a:endParaRPr lang="en-US" sz="5400" i="1" dirty="0">
              <a:latin typeface="Futura Medium" panose="020B0602020204020303" pitchFamily="34" charset="-79"/>
              <a:cs typeface="Futura Medium" panose="020B0602020204020303" pitchFamily="3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0070397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4C62988-1B2E-8261-4BB2-960DB9BDB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2373" y="281283"/>
            <a:ext cx="7772400" cy="30236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F4E777E-C150-75FD-66D8-7C0391FF5C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2373" y="3567753"/>
            <a:ext cx="7772400" cy="3008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45237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791E05-4CD7-BC4F-106A-1A1820426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E139C74-D96F-7C32-F536-23A4E6C44C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2373" y="281283"/>
            <a:ext cx="7772400" cy="30236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CDFBB62-F1C9-FB20-3EE3-C3DEF508B13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44349" y="3553110"/>
            <a:ext cx="5502694" cy="3008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0379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BA414-428A-8DD1-0CCE-AAB31E36E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85F4F7B-4A57-15D2-15CB-AC2E13940A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946" y="1624604"/>
            <a:ext cx="11214826" cy="429145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704BE42-8D23-C8BD-4FC8-13084B27C7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6159" y="524379"/>
            <a:ext cx="7772400" cy="417564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AD5139-7D16-B561-39CB-17FB766CE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4172D2-C5CE-0247-BBAE-CD657587F96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3982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5875E08-CF35-2827-B5E8-1B085890A6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772402"/>
            <a:ext cx="7772400" cy="5098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D299EA3-4663-4148-561A-3ECD0CBF66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165" y="2304181"/>
            <a:ext cx="10705670" cy="4096620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2A5417C-0109-EE3F-1E9B-5B8CB47CD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4172D2-C5CE-0247-BBAE-CD657587F96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33792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473C4-8EF2-7F9D-1A5C-5B8EBFF4B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E789A4D-0F37-BB73-3CB2-D5F7146116C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698638" y="772402"/>
            <a:ext cx="6794723" cy="50983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88F3C0E-D57B-D98C-23C4-5A1B63A403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949" y="1938464"/>
            <a:ext cx="10812619" cy="414713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DCC4BD-48CA-5F9C-B257-C1F3A8E76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4172D2-C5CE-0247-BBAE-CD657587F96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0924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578B5-0C78-9812-A473-36EE8429D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031A6EC-1627-C774-97E5-BDF6E3DFCE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9298" y="1879938"/>
            <a:ext cx="7772400" cy="472754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BB12309-5AC7-F6B7-CC06-0B1C32A777E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0000"/>
          <a:stretch>
            <a:fillRect/>
          </a:stretch>
        </p:blipFill>
        <p:spPr>
          <a:xfrm>
            <a:off x="2312096" y="294582"/>
            <a:ext cx="7772400" cy="85468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6E05D91-2FD8-9ED4-D041-BD8303E975E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7863"/>
          <a:stretch>
            <a:fillRect/>
          </a:stretch>
        </p:blipFill>
        <p:spPr>
          <a:xfrm>
            <a:off x="2209800" y="1052187"/>
            <a:ext cx="7772400" cy="891214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4C9A54-1752-364A-1E1E-573A04F61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4172D2-C5CE-0247-BBAE-CD657587F96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07258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4A086-2D56-2254-7E44-F4EBAB8BB3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28D1A92-7B59-9A4C-B125-DB6686BA239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0000"/>
          <a:stretch>
            <a:fillRect/>
          </a:stretch>
        </p:blipFill>
        <p:spPr>
          <a:xfrm>
            <a:off x="2312096" y="294582"/>
            <a:ext cx="7772400" cy="85468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D64DE63-2BA6-8FB9-EC02-6ED56A6410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2096" y="1149263"/>
            <a:ext cx="7772400" cy="57868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750612C-D9B1-2C9C-795A-0F9C4DFE67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7292" y="1835876"/>
            <a:ext cx="7772400" cy="4727542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787C8D-C2DB-4437-8E44-0CEE67C567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4172D2-C5CE-0247-BBAE-CD657587F96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3530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D1D732-C2AB-4900-9209-873DC107B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0E63B1E-7A90-FB45-0645-024C303CA2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0000"/>
          <a:stretch>
            <a:fillRect/>
          </a:stretch>
        </p:blipFill>
        <p:spPr>
          <a:xfrm>
            <a:off x="2312096" y="294582"/>
            <a:ext cx="7772400" cy="85468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DFD6D4F-FC45-C0DB-3B06-1A47F42D22E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018653" y="997705"/>
            <a:ext cx="7642788" cy="64320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AD98463-3D5C-ADEB-A1F8-0DED1E6FEE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8673" y="1835876"/>
            <a:ext cx="7772400" cy="4727542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E28CAB-11A6-440C-84DB-C5DD8DD5B2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4172D2-C5CE-0247-BBAE-CD657587F96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5696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E239F41-075A-1B99-6B68-298B46CA8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54" y="506124"/>
            <a:ext cx="9631693" cy="38322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7A86FE3-0D16-B943-F719-F20B7D3B6F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2240" y="1482855"/>
            <a:ext cx="7772400" cy="4727542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3A5D31-6594-A188-5F0C-4C48D4EE7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4172D2-C5CE-0247-BBAE-CD657587F96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77928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4FE75-F428-4457-144A-DF0F41C56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C67872F-13CD-ECD1-C62F-3FDB3F80CF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915853" y="493598"/>
            <a:ext cx="8790090" cy="45837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676CAE8-0681-8FB3-EA73-78A5279DD2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4870" y="1745903"/>
            <a:ext cx="7772400" cy="4727542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CF5834-BA06-EA08-6513-EBE544601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4172D2-C5CE-0247-BBAE-CD657587F96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9766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A5938-1ED0-80DF-C9BA-C44C7830B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77B23C7-C74C-4134-2B45-BA5BC20368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7351" y="293840"/>
            <a:ext cx="3721100" cy="5334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F0DF1BC-5A39-4D39-A1AD-37ED96DE89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1701" y="827240"/>
            <a:ext cx="7772400" cy="4010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A3BB6C5-A6FF-A54D-9C07-14356C9B82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39201" y="2322360"/>
            <a:ext cx="7137400" cy="3708400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07D5C9E-04F4-3E21-CE5B-F30684106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4172D2-C5CE-0247-BBAE-CD657587F96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9048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D4901-94AD-CF47-CE06-25DB88793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D477B47-9A9A-575D-12C5-66CF9F6E51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7351" y="293840"/>
            <a:ext cx="3721100" cy="5334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A6860ED-9919-2F35-71B7-8284141DBF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9592" y="827240"/>
            <a:ext cx="7772400" cy="31941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BB20EE8-7FF2-74A0-EF5B-B08F0FC3F7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7300" y="2063315"/>
            <a:ext cx="7137400" cy="3708400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F2B0D2-0BBA-F906-28D7-94688E3C7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4172D2-C5CE-0247-BBAE-CD657587F96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8447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1540</TotalTime>
  <Words>14</Words>
  <Application>Microsoft Macintosh PowerPoint</Application>
  <PresentationFormat>Widescreen</PresentationFormat>
  <Paragraphs>11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Futura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Levine, Charles R CTR</dc:creator>
  <cp:lastModifiedBy>Levine, Charles R CTR</cp:lastModifiedBy>
  <cp:revision>6</cp:revision>
  <cp:lastPrinted>2026-08-20T16:40:43Z</cp:lastPrinted>
  <dcterms:created xsi:type="dcterms:W3CDTF">2026-08-19T15:14:40Z</dcterms:created>
  <dcterms:modified xsi:type="dcterms:W3CDTF">2026-08-25T17:05:46Z</dcterms:modified>
</cp:coreProperties>
</file>