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303" r:id="rId2"/>
    <p:sldId id="256" r:id="rId3"/>
    <p:sldId id="257" r:id="rId4"/>
    <p:sldId id="267" r:id="rId5"/>
    <p:sldId id="258" r:id="rId6"/>
    <p:sldId id="268" r:id="rId7"/>
    <p:sldId id="259" r:id="rId8"/>
    <p:sldId id="269" r:id="rId9"/>
    <p:sldId id="270" r:id="rId10"/>
    <p:sldId id="272" r:id="rId11"/>
    <p:sldId id="273" r:id="rId12"/>
    <p:sldId id="271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1"/>
  </p:normalViewPr>
  <p:slideViewPr>
    <p:cSldViewPr snapToGrid="0">
      <p:cViewPr varScale="1">
        <p:scale>
          <a:sx n="93" d="100"/>
          <a:sy n="93" d="100"/>
        </p:scale>
        <p:origin x="20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BE16-E189-B440-9E39-16C064312CAC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97795-7199-7C49-90CF-3D6FA30D4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4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733B7-6435-5527-B03D-87DED61E0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3E0AF-CFCD-F51E-2497-2D7965D76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FD5ED-15D5-F513-8018-319659B80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C62E-6DFB-3B47-8770-DE5A9D482877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CF839-1530-8627-F77A-56BA9F58D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08CF5-298C-F9A1-0EC6-26E2C720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3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BE14-E296-4BE4-59F2-3B6104BE0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2E0CF-901F-368E-3178-27FF0ED77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0D2F2-E1A5-21A9-1488-361A461A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14B6-FE25-F840-A9EF-4568E9E7089C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E074C-8109-44CA-288A-0B776FAC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8A47C-EEE3-0510-8A14-A94CFE1D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05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F0C3-06C0-F9BE-1B2F-FE0044818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7511D-CC72-97A9-188E-900C9B3C9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8FD6B-9142-8314-F233-330EDF8B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59BF-C37F-8345-AB62-EFDAFD8181E6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92DE2-218C-9942-7C0A-8F9FE078D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BC755-E084-5DDF-8D1E-1C9E7A341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2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96EC-20AC-0BFC-1EBF-842E66C4A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0016-3EDD-279F-002A-430899BAF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BEC80-57E5-7DE5-330F-9AE0FBDC2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44F36-E2E5-FD6C-8C43-79B2464E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3CAB-43C8-CE4E-95F3-26C5A31787DC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997BC-589A-6751-FC3C-8DF1C6F68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D248E-A048-E832-D701-1E52B3142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6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2E47-A238-E09F-E6DC-AA9A3F1F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98AC6-AFA7-CF12-65CE-9A3C05B54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4EB14-C8D8-9948-F9B8-8976F6E8C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30BB6-494A-FBD2-F928-D0C8737AB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83D58-9D10-B18B-3C29-BD84E33A49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C2718C-6DEF-B86F-8788-30FBFFF6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2126C-BAEA-4A4B-A40B-92B07F93B3FD}" type="datetime1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F9DB1A-9AEE-55A6-7278-DA4C40D7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CB533F-F891-EE6D-96EB-27137D18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60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C12A6-298D-5A22-C6A1-847DDCE9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8A1D2-D561-0B36-3F3B-16623360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8D886-A9EC-0547-8E67-CCA7482A9B9D}" type="datetime1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065FA-05DC-C30A-F84C-599C6F22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E7FF9-4642-3009-25D6-F5DA5348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26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72EAC-1396-F8FF-7477-726E62A7A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1759-6D54-C443-889F-C5B0985B7343}" type="datetime1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97133-82C5-4496-D1EA-4102E550D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8965B-002F-F356-51DF-3618677ED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2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49C4-17FA-1BF8-82F3-C4E2045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3DB42-0AB3-904B-DF40-6B6CB89A4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524DD-A9C4-0097-ED1F-F47983C93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4DCE3-D123-7A6E-3A39-82AE3035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B9A9-EFBC-714E-A1BB-BB2D3D6387F1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041B8-313F-4CA5-3B04-6A4878E7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FFD4D-B194-AD0B-9215-89D5DF1E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79B4-751C-94ED-063B-9B5BB237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2034E8-19B3-4959-5A5E-2EFC34DDCC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A6E99-E292-6E8F-C326-24F814AB0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59043-EBF7-26A0-0192-621E415F3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7C60-F3A8-8545-BC53-4A4F1DA857EA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C5B17-2C3B-F20E-B616-D3FFB27E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2FC7E-AFD4-A97A-7421-3FDABEFD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92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2FC8-B433-F69F-0369-DDF9112F2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3AD10-1E0B-7A99-BB19-CDA345997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BF0C-DA5F-3D3C-F8BD-FAB193EEF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C3867-B8E1-5346-9552-E5F16E1245BA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5E1A6-631F-8F14-FB4C-4C2B7D176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79BC6-A02E-70A9-B7F7-113C9C98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B1C23-A4E0-D297-B75E-972C27FF4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DA2CD-3742-7DE0-D729-B96740D2A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2E8A4-40EF-8F25-3401-55CC8C567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42FD-90EA-C44F-9F73-8988A9E55149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EDF65-F718-C9CD-A432-072D90A1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0DEE5-D4A5-A72B-CDCF-AD75FD45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5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5A5CF1-0F84-B66A-5AE6-CA8085C0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E3684-C559-DE01-A37B-07A031EAF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8DC3C-3A37-90FA-3525-77889EAE9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2A16A-068D-C749-91F2-5320144FB665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E8353-F252-6603-70D4-821114FE4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EC243-E8C6-D088-F933-4C607E9DC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172D2-C5CE-0247-BBAE-CD657587F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7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E7DCF-1A3D-1CEE-5EBF-9B07041D6A72}"/>
              </a:ext>
            </a:extLst>
          </p:cNvPr>
          <p:cNvSpPr txBox="1"/>
          <p:nvPr/>
        </p:nvSpPr>
        <p:spPr>
          <a:xfrm>
            <a:off x="169762" y="2967335"/>
            <a:ext cx="11852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OLD vs NEW </a:t>
            </a:r>
            <a:r>
              <a:rPr lang="en-US" sz="5400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emprical</a:t>
            </a:r>
            <a:endParaRPr lang="en-US" sz="5400" i="1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0703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C62988-1B2E-8261-4BB2-960DB9BDB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373" y="281283"/>
            <a:ext cx="7772400" cy="3023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4E777E-C150-75FD-66D8-7C0391FF5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73" y="3567753"/>
            <a:ext cx="7772400" cy="300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2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91E05-4CD7-BC4F-106A-1A182042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139C74-D96F-7C32-F536-23A4E6C44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373" y="281283"/>
            <a:ext cx="7772400" cy="3023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DFBB62-F1C9-FB20-3EE3-C3DEF508B1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44349" y="3553110"/>
            <a:ext cx="5502694" cy="300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A414-428A-8DD1-0CCE-AAB31E36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5F4F7B-4A57-15D2-15CB-AC2E13940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46" y="1624604"/>
            <a:ext cx="11214826" cy="42914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04BE42-8D23-C8BD-4FC8-13084B27C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159" y="524379"/>
            <a:ext cx="7772400" cy="41756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D5139-7D16-B561-39CB-17FB766C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98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875E08-CF35-2827-B5E8-1B085890A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72402"/>
            <a:ext cx="7772400" cy="509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299EA3-4663-4148-561A-3ECD0CBF6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65" y="2304181"/>
            <a:ext cx="10705670" cy="409662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A5417C-0109-EE3F-1E9B-5B8CB47C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79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473C4-8EF2-7F9D-1A5C-5B8EBFF4B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789A4D-0F37-BB73-3CB2-D5F7146116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98638" y="772402"/>
            <a:ext cx="6794723" cy="5098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8F3C0E-D57B-D98C-23C4-5A1B63A40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49" y="1938464"/>
            <a:ext cx="10812619" cy="41471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CC4BD-48CA-5F9C-B257-C1F3A8E7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578B5-0C78-9812-A473-36EE8429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31A6EC-1627-C774-97E5-BDF6E3DFC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298" y="1879938"/>
            <a:ext cx="7772400" cy="47275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B12309-5AC7-F6B7-CC06-0B1C32A777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2312096" y="294582"/>
            <a:ext cx="7772400" cy="8546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E05D91-2FD8-9ED4-D041-BD8303E975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863"/>
          <a:stretch>
            <a:fillRect/>
          </a:stretch>
        </p:blipFill>
        <p:spPr>
          <a:xfrm>
            <a:off x="2209800" y="1052187"/>
            <a:ext cx="7772400" cy="8912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9A54-1752-364A-1E1E-573A04F6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2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A086-2D56-2254-7E44-F4EBAB8B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8D1A92-7B59-9A4C-B125-DB6686BA23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2312096" y="294582"/>
            <a:ext cx="7772400" cy="8546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4DE63-2BA6-8FB9-EC02-6ED56A641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096" y="1149263"/>
            <a:ext cx="7772400" cy="5786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50612C-D9B1-2C9C-795A-0F9C4DFE6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292" y="1835876"/>
            <a:ext cx="7772400" cy="472754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7C8D-C2DB-4437-8E44-0CEE67C56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53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1D732-C2AB-4900-9209-873DC107B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E63B1E-7A90-FB45-0645-024C303CA2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2312096" y="294582"/>
            <a:ext cx="7772400" cy="8546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FD6D4F-FC45-C0DB-3B06-1A47F42D22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8653" y="997705"/>
            <a:ext cx="7642788" cy="6432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D98463-3D5C-ADEB-A1F8-0DED1E6FE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673" y="1835876"/>
            <a:ext cx="7772400" cy="472754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28CAB-11A6-440C-84DB-C5DD8DD5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6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239F41-075A-1B99-6B68-298B46CA8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54" y="506124"/>
            <a:ext cx="9631693" cy="383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A86FE3-0D16-B943-F719-F20B7D3B6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240" y="1482855"/>
            <a:ext cx="7772400" cy="472754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A5D31-6594-A188-5F0C-4C48D4EE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92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4FE75-F428-4457-144A-DF0F41C5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67872F-13CD-ECD1-C62F-3FDB3F80CF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15853" y="493598"/>
            <a:ext cx="8790090" cy="4583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76CAE8-0681-8FB3-EA73-78A5279DD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870" y="1745903"/>
            <a:ext cx="7772400" cy="472754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F5834-BA06-EA08-6513-EBE54460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76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5938-1ED0-80DF-C9BA-C44C7830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7B23C7-C74C-4134-2B45-BA5BC2036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351" y="293840"/>
            <a:ext cx="3721100" cy="533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0DF1BC-5A39-4D39-A1AD-37ED96DE8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701" y="827240"/>
            <a:ext cx="7772400" cy="401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3BB6C5-A6FF-A54D-9C07-14356C9B8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201" y="2322360"/>
            <a:ext cx="7137400" cy="3708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7D5C9E-04F4-3E21-CE5B-F3068410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0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4901-94AD-CF47-CE06-25DB88793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477B47-9A9A-575D-12C5-66CF9F6E5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351" y="293840"/>
            <a:ext cx="3721100" cy="533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6860ED-9919-2F35-71B7-8284141DB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592" y="827240"/>
            <a:ext cx="7772400" cy="3194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B20EE8-7FF2-74A0-EF5B-B08F0FC3F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300" y="2063315"/>
            <a:ext cx="7137400" cy="37084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2B0D2-0BBA-F906-28D7-94688E3C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72D2-C5CE-0247-BBAE-CD657587F9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4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14</Words>
  <Application>Microsoft Macintosh PowerPoint</Application>
  <PresentationFormat>Widescreen</PresentationFormat>
  <Paragraphs>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Futura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5</cp:revision>
  <cp:lastPrinted>2026-08-20T16:40:43Z</cp:lastPrinted>
  <dcterms:created xsi:type="dcterms:W3CDTF">2026-08-19T15:14:40Z</dcterms:created>
  <dcterms:modified xsi:type="dcterms:W3CDTF">2026-08-20T16:54:40Z</dcterms:modified>
</cp:coreProperties>
</file>