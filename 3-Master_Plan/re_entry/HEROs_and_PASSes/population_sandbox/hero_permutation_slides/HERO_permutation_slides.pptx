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/>
            </a:pPr>
            <a:r>
              <a:t>HERO permutation sweep</a:t>
            </a:r>
          </a:p>
          <a:p>
            <a:pPr>
              <a:defRPr sz="1200" i="1"/>
            </a:pPr>
            <a:r>
              <a:t>Tier core · 8 slides · 2026-08-25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05840"/>
            <a:ext cx="113687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Purpose: compare roster-x × Y-mode × panel-rows (and optional +DFT / EW20).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Three knobs are orthogonal:</a:t>
            </a:r>
          </a:p>
          <a:p>
            <a:pPr>
              <a:defRPr sz="1400"/>
            </a:pPr>
            <a:r>
              <a:t>  • roster-x: poolq_loo (LOO teammates) vs poolq (team mean, incl. self)</a:t>
            </a:r>
          </a:p>
          <a:p>
            <a:pPr>
              <a:defRPr sz="1400"/>
            </a:pPr>
            <a:r>
              <a:t>  • y-draft-mode: ever (Y=1 all PS for draftees) vs season (Y=1 last PS only)</a:t>
            </a:r>
          </a:p>
          <a:p>
            <a:pPr>
              <a:defRPr sz="1400"/>
            </a:pPr>
            <a:r>
              <a:t>  • panel-rows: all-ps vs last-ps (cross-section)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Slide 2 = FIXED HERO baseline. Later slides = other combinations.</a:t>
            </a:r>
          </a:p>
          <a:p>
            <a:pPr>
              <a:defRPr sz="1400"/>
            </a:pPr>
            <a:r>
              <a:t>Command box on each slide = exact CLI to reproduce.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Regenerate: python sports/scripts/hero_permutation_sweep.py --tier core</a:t>
            </a:r>
          </a:p>
          <a:p>
            <a:pPr>
              <a:defRPr sz="1400"/>
            </a:pPr>
            <a:r>
              <a:t>Rebuild deck: python sports/scripts/build_hero_permutation_slides.py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/>
            </a:pPr>
            <a:r>
              <a:t>Slide 1 — FIXED HERO — canonical deck</a:t>
            </a:r>
          </a:p>
          <a:p>
            <a:pPr>
              <a:defRPr sz="1200" i="1"/>
            </a:pPr>
            <a:r>
              <a:t>Baseline — canonical deck HERO</a:t>
            </a:r>
          </a:p>
        </p:txBody>
      </p:sp>
      <p:pic>
        <p:nvPicPr>
          <p:cNvPr id="3" name="Picture 2" descr="HERO_q16_allt_min20_mg10_11_21_FIXED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254" y="777240"/>
            <a:ext cx="8779186" cy="3749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617720"/>
            <a:ext cx="11368735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--y-draft-mode ever \</a:t>
            </a:r>
            <a:br/>
            <a:r>
              <a:t>  --panel-rows all-ps \</a:t>
            </a:r>
            <a:br/>
            <a:r>
              <a:t>  --roster-x poolq_loo \</a:t>
            </a:r>
            <a:br/>
            <a:r>
              <a:t>  --n-bins 16 \</a:t>
            </a:r>
            <a:br/>
            <a:r>
              <a:t>  --poolq-binning quantile \</a:t>
            </a:r>
            <a:br/>
            <a:r>
              <a:t>  --output-tag FIXED_HERO \</a:t>
            </a:r>
            <a:br/>
            <a:r>
              <a:t>  --output-root 3-Master_Plan/re_entry/HEROs_and_PASSes/population_sandbox/hero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080760"/>
            <a:ext cx="113687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Shape: bin1=0.035% · peak=ventile 16 @ 11.126% · last=11.126%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/>
            </a:pPr>
            <a:r>
              <a:t>Slide 2 — LOO poolq_loo · ever-draft · last PS only (cross-section) · QTL16 ALLT</a:t>
            </a:r>
          </a:p>
          <a:p>
            <a:pPr>
              <a:defRPr sz="1200" i="1"/>
            </a:pPr>
            <a:r>
              <a:t>Δ vs FIXED HERO: panel_rows: all-ps → last-ps</a:t>
            </a:r>
          </a:p>
        </p:txBody>
      </p:sp>
      <p:pic>
        <p:nvPicPr>
          <p:cNvPr id="3" name="Picture 2" descr="HERO_q16_allt_min20_mg10_11_21_last_ps_perm_loo_ever_lastps_q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8213" y="777240"/>
            <a:ext cx="9755268" cy="3749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617720"/>
            <a:ext cx="11368735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--y-draft-mode ever \</a:t>
            </a:r>
            <a:br/>
            <a:r>
              <a:t>  --panel-rows last-ps \</a:t>
            </a:r>
            <a:br/>
            <a:r>
              <a:t>  --roster-x poolq_loo \</a:t>
            </a:r>
            <a:br/>
            <a:r>
              <a:t>  --n-bins 16 \</a:t>
            </a:r>
            <a:br/>
            <a:r>
              <a:t>  --poolq-binning quantile \</a:t>
            </a:r>
            <a:br/>
            <a:r>
              <a:t>  --output-tag perm_loo_ever_lastps_q16 \</a:t>
            </a:r>
            <a:br/>
            <a:r>
              <a:t>  --output-root 3-Master_Plan/re_entry/HEROs_and_PASSes/population_sandbox/hero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080760"/>
            <a:ext cx="113687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Shape: bin1=0.0% · peak=ventile 16 @ 15.602% · last=15.602%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/>
            </a:pPr>
            <a:r>
              <a:t>Slide 3 — LOO poolq_loo · season-Y label · all PS rows · QTL16 ALLT</a:t>
            </a:r>
          </a:p>
          <a:p>
            <a:pPr>
              <a:defRPr sz="1200" i="1"/>
            </a:pPr>
            <a:r>
              <a:t>Δ vs FIXED HERO: y_draft_mode: ever → season</a:t>
            </a:r>
          </a:p>
        </p:txBody>
      </p:sp>
      <p:pic>
        <p:nvPicPr>
          <p:cNvPr id="3" name="Picture 2" descr="HERO_q16_allt_min20_mg10_11_21_season_y_perm_loo_seasony_allps_q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117" y="777240"/>
            <a:ext cx="9899461" cy="3749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617720"/>
            <a:ext cx="11368735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--y-draft-mode season \</a:t>
            </a:r>
            <a:br/>
            <a:r>
              <a:t>  --panel-rows all-ps \</a:t>
            </a:r>
            <a:br/>
            <a:r>
              <a:t>  --roster-x poolq_loo \</a:t>
            </a:r>
            <a:br/>
            <a:r>
              <a:t>  --n-bins 16 \</a:t>
            </a:r>
            <a:br/>
            <a:r>
              <a:t>  --poolq-binning quantile \</a:t>
            </a:r>
            <a:br/>
            <a:r>
              <a:t>  --output-tag perm_loo_seasony_allps_q16 \</a:t>
            </a:r>
            <a:br/>
            <a:r>
              <a:t>  --output-root 3-Master_Plan/re_entry/HEROs_and_PASSes/population_sandbox/hero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080760"/>
            <a:ext cx="113687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Shape: bin1=0.0% · peak=ventile 16 @ 7.498% · last=7.498%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/>
            </a:pPr>
            <a:r>
              <a:t>Slide 4 — LOO poolq_loo · season-Y label · last PS only (cross-section) · QTL16 ALLT</a:t>
            </a:r>
          </a:p>
          <a:p>
            <a:pPr>
              <a:defRPr sz="1200" i="1"/>
            </a:pPr>
            <a:r>
              <a:t>Δ vs FIXED HERO: y_draft_mode: ever → season; panel_rows: all-ps → last-ps</a:t>
            </a:r>
          </a:p>
        </p:txBody>
      </p:sp>
      <p:pic>
        <p:nvPicPr>
          <p:cNvPr id="3" name="Picture 2" descr="HERO_q16_allt_min20_mg10_11_21_season_y_last_ps_perm_loo_seasony_lastps_q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777240"/>
            <a:ext cx="11368735" cy="362341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492096"/>
            <a:ext cx="11368735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--y-draft-mode season \</a:t>
            </a:r>
            <a:br/>
            <a:r>
              <a:t>  --panel-rows last-ps \</a:t>
            </a:r>
            <a:br/>
            <a:r>
              <a:t>  --roster-x poolq_loo \</a:t>
            </a:r>
            <a:br/>
            <a:r>
              <a:t>  --n-bins 16 \</a:t>
            </a:r>
            <a:br/>
            <a:r>
              <a:t>  --poolq-binning quantile \</a:t>
            </a:r>
            <a:br/>
            <a:r>
              <a:t>  --output-tag perm_loo_seasony_lastps_q16 \</a:t>
            </a:r>
            <a:br/>
            <a:r>
              <a:t>  --output-root 3-Master_Plan/re_entry/HEROs_and_PASSes/population_sandbox/hero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955136"/>
            <a:ext cx="113687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Shape: bin1=0.0% · peak=ventile 16 @ 15.198% · last=15.198%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/>
            </a:pPr>
            <a:r>
              <a:t>Slide 5 — team poolq (incl. self) · ever-draft · all PS rows · QTL16 ALLT</a:t>
            </a:r>
          </a:p>
          <a:p>
            <a:pPr>
              <a:defRPr sz="1200" i="1"/>
            </a:pPr>
            <a:r>
              <a:t>Δ vs FIXED HERO: roster_x: poolq_loo → poolq</a:t>
            </a:r>
          </a:p>
        </p:txBody>
      </p:sp>
      <p:pic>
        <p:nvPicPr>
          <p:cNvPr id="3" name="Picture 2" descr="HERO_poolq_q16_allt_min20_mg10_11_21_perm_poolq_ever_allps_q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7086" y="777240"/>
            <a:ext cx="8457523" cy="3749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617720"/>
            <a:ext cx="11368735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--y-draft-mode ever \</a:t>
            </a:r>
            <a:br/>
            <a:r>
              <a:t>  --panel-rows all-ps \</a:t>
            </a:r>
            <a:br/>
            <a:r>
              <a:t>  --roster-x poolq \</a:t>
            </a:r>
            <a:br/>
            <a:r>
              <a:t>  --n-bins 16 \</a:t>
            </a:r>
            <a:br/>
            <a:r>
              <a:t>  --poolq-binning quantile \</a:t>
            </a:r>
            <a:br/>
            <a:r>
              <a:t>  --output-tag perm_poolq_ever_allps_q16 \</a:t>
            </a:r>
            <a:br/>
            <a:r>
              <a:t>  --output-root 3-Master_Plan/re_entry/HEROs_and_PASSes/population_sandbox/hero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080760"/>
            <a:ext cx="113687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Shape: bin1=0.035% · peak=ventile 16 @ 11.126% · last=11.126%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/>
            </a:pPr>
            <a:r>
              <a:t>Slide 6 — team poolq (incl. self) · ever-draft · last PS only (cross-section) · QTL16 ALLT</a:t>
            </a:r>
          </a:p>
          <a:p>
            <a:pPr>
              <a:defRPr sz="1200" i="1"/>
            </a:pPr>
            <a:r>
              <a:t>Δ vs FIXED HERO: roster_x: poolq_loo → poolq; panel_rows: all-ps → last-ps</a:t>
            </a:r>
          </a:p>
        </p:txBody>
      </p:sp>
      <p:pic>
        <p:nvPicPr>
          <p:cNvPr id="3" name="Picture 2" descr="HERO_poolq_q16_allt_min20_mg10_11_21_last_ps_perm_poolq_ever_lastps_q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8213" y="777240"/>
            <a:ext cx="9755268" cy="3749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617720"/>
            <a:ext cx="11368735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--y-draft-mode ever \</a:t>
            </a:r>
            <a:br/>
            <a:r>
              <a:t>  --panel-rows last-ps \</a:t>
            </a:r>
            <a:br/>
            <a:r>
              <a:t>  --roster-x poolq \</a:t>
            </a:r>
            <a:br/>
            <a:r>
              <a:t>  --n-bins 16 \</a:t>
            </a:r>
            <a:br/>
            <a:r>
              <a:t>  --poolq-binning quantile \</a:t>
            </a:r>
            <a:br/>
            <a:r>
              <a:t>  --output-tag perm_poolq_ever_lastps_q16 \</a:t>
            </a:r>
            <a:br/>
            <a:r>
              <a:t>  --output-root 3-Master_Plan/re_entry/HEROs_and_PASSes/population_sandbox/hero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080760"/>
            <a:ext cx="113687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Shape: bin1=0.0% · peak=ventile 16 @ 15.602% · last=15.602%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/>
            </a:pPr>
            <a:r>
              <a:t>Slide 7 — team poolq (incl. self) · season-Y label · all PS rows · QTL16 ALLT</a:t>
            </a:r>
          </a:p>
          <a:p>
            <a:pPr>
              <a:defRPr sz="1200" i="1"/>
            </a:pPr>
            <a:r>
              <a:t>Δ vs FIXED HERO: roster_x: poolq_loo → poolq; y_draft_mode: ever → season</a:t>
            </a:r>
          </a:p>
        </p:txBody>
      </p:sp>
      <p:pic>
        <p:nvPicPr>
          <p:cNvPr id="3" name="Picture 2" descr="HERO_poolq_q16_allt_min20_mg10_11_21_season_y_perm_poolq_seasony_allps_q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6533" y="777240"/>
            <a:ext cx="9738629" cy="374903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617719"/>
            <a:ext cx="11368735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--y-draft-mode season \</a:t>
            </a:r>
            <a:br/>
            <a:r>
              <a:t>  --panel-rows all-ps \</a:t>
            </a:r>
            <a:br/>
            <a:r>
              <a:t>  --roster-x poolq \</a:t>
            </a:r>
            <a:br/>
            <a:r>
              <a:t>  --n-bins 16 \</a:t>
            </a:r>
            <a:br/>
            <a:r>
              <a:t>  --poolq-binning quantile \</a:t>
            </a:r>
            <a:br/>
            <a:r>
              <a:t>  --output-tag perm_poolq_seasony_allps_q16 \</a:t>
            </a:r>
            <a:br/>
            <a:r>
              <a:t>  --output-root 3-Master_Plan/re_entry/HEROs_and_PASSes/population_sandbox/hero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080759"/>
            <a:ext cx="113687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Shape: bin1=0.0% · peak=ventile 16 @ 7.498% · last=7.498%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/>
            </a:pPr>
            <a:r>
              <a:t>Slide 8 — team poolq (incl. self) · season-Y label · last PS only (cross-section) · QTL16 ALLT</a:t>
            </a:r>
          </a:p>
          <a:p>
            <a:pPr>
              <a:defRPr sz="1200" i="1"/>
            </a:pPr>
            <a:r>
              <a:t>Δ vs FIXED HERO: roster_x: poolq_loo → poolq; y_draft_mode: ever → season; panel_rows: all-ps → last-ps</a:t>
            </a:r>
          </a:p>
        </p:txBody>
      </p:sp>
      <p:pic>
        <p:nvPicPr>
          <p:cNvPr id="3" name="Picture 2" descr="HERO_poolq_q16_allt_min20_mg10_11_21_season_y_last_ps_perm_poolq_seasony_lastps_q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777240"/>
            <a:ext cx="11368735" cy="362341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492096"/>
            <a:ext cx="11368735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--y-draft-mode season \</a:t>
            </a:r>
            <a:br/>
            <a:r>
              <a:t>  --panel-rows last-ps \</a:t>
            </a:r>
            <a:br/>
            <a:r>
              <a:t>  --roster-x poolq \</a:t>
            </a:r>
            <a:br/>
            <a:r>
              <a:t>  --n-bins 16 \</a:t>
            </a:r>
            <a:br/>
            <a:r>
              <a:t>  --poolq-binning quantile \</a:t>
            </a:r>
            <a:br/>
            <a:r>
              <a:t>  --output-tag perm_poolq_seasony_lastps_q16 \</a:t>
            </a:r>
            <a:br/>
            <a:r>
              <a:t>  --output-root 3-Master_Plan/re_entry/HEROs_and_PASSes/population_sandbox/hero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955136"/>
            <a:ext cx="113687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Shape: bin1=0.0% · peak=ventile 16 @ 15.198% · last=15.198%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