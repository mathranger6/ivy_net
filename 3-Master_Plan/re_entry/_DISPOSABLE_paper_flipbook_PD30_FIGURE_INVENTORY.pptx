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0"/>
            <a:ext cx="11460175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800" b="1"/>
            </a:pPr>
            <a:r>
              <a:t>Figure inventory — full catalog (PD30)</a:t>
            </a:r>
          </a:p>
          <a:p>
            <a:pPr>
              <a:spcAft>
                <a:spcPts val="200"/>
              </a:spcAft>
              <a:defRPr sz="1600" b="0">
                <a:solidFill>
                  <a:srgbClr val="555555"/>
                </a:solidFill>
              </a:defRPr>
            </a:pPr>
            <a:r>
              <a:t>All germane figures · flipbook talk figures are a subset</a:t>
            </a:r>
          </a:p>
          <a:p>
            <a:pPr>
              <a:spcAft>
                <a:spcPts val="200"/>
              </a:spcAft>
              <a:defRPr sz="1400" b="0"/>
            </a:pPr>
            <a:r>
              <a:t>Companion to _DISPOSABLE_paper_flipbook_PD30.md § Figure inventory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0"/>
            <a:ext cx="1146017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3200" b="1">
                <a:solidFill>
                  <a:srgbClr val="333333"/>
                </a:solidFill>
              </a:defRPr>
            </a:pPr>
            <a:r>
              <a:t>— Primary + manifest panels 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01 · Army hero porch (G1)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Lead phenomenon — inverted-U vs peer pool (LOO-style); auto-discovered in repo</a:t>
            </a:r>
          </a:p>
        </p:txBody>
      </p:sp>
      <p:pic>
        <p:nvPicPr>
          <p:cNvPr id="3" name="Picture 2" descr="ARMY_G1_pool_minus_mean_fwd_cif_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691" y="1307592"/>
            <a:ext cx="7326311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3-Master_Plan/re_entry/HEROs_and_PASSes/army_sandbox/ARMY_G1_pool_minus_mean_fwd_cif_b8.png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G1 — drop in army_sandbox/ or talent/**/cox/cox_plots/ · Flipbook: Act 0 0.3, Act I 1.3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02 · Army own-TB baseline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Own top-block share — monotone (pairs with hero)</a:t>
            </a:r>
          </a:p>
        </p:txBody>
      </p:sp>
      <p:pic>
        <p:nvPicPr>
          <p:cNvPr id="3" name="Picture 2" descr="ARMY_own_tb_ratio_fwd_cif_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691" y="1307592"/>
            <a:ext cx="7326311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3-Master_Plan/re_entry/HEROs_and_PASSes/army_sandbox/ARMY_own_tb_ratio_fwd_cif_b8.png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Cell 11 export — auto-scan cox_plots / army_sandbox · Flipbook: Act I 1.2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03 · Army Cox / partial effects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Formal curvature check vs CIF bars</a:t>
            </a:r>
          </a:p>
        </p:txBody>
      </p:sp>
      <p:pic>
        <p:nvPicPr>
          <p:cNvPr id="3" name="Picture 2" descr="ARMY_partial_effects_pool_minus_m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874" y="1307592"/>
            <a:ext cx="7369946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3-Master_Plan/re_entry/HEROs_and_PASSes/army_sandbox/ARMY_partial_effects_pool_minus_mean.png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Cell 12 / 12.6A export — auto-scan cox_results / army_sandbox · Flipbook: Act I 1.4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04 · Army pipeline / talk track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502→512→520; Run 1 CS+CSS YG ~2002–2013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221992"/>
            <a:ext cx="114601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757575"/>
                </a:solidFill>
              </a:defRPr>
            </a:pPr>
            <a:r>
              <a:t>Open document: talent/documents/520_PIPELINE_COX_OVERVIEW.md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talent/documents/520_PIPELINE_COX_OVERVIEW.md · Presentation_Interpretation_Run1_Slides_5-20.md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Notebook: talent/talent_pipeline/520_pipeline_cox_working.ipynb · Flipbook: Act I 1.1</a:t>
            </a:r>
          </a:p>
          <a:p>
            <a:pPr>
              <a:spcAft>
                <a:spcPts val="200"/>
              </a:spcAft>
              <a:defRPr sz="900" b="1">
                <a:solidFill>
                  <a:srgbClr val="757575"/>
                </a:solidFill>
              </a:defRPr>
            </a:pPr>
            <a:r>
              <a:t>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05 · MBB 3×3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Replication porch while CAC out; panel 9 = reigning hero</a:t>
            </a:r>
          </a:p>
        </p:txBody>
      </p:sp>
      <p:pic>
        <p:nvPicPr>
          <p:cNvPr id="3" name="Picture 2" descr="MBB_DATA_STORY_reigning_3x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494" y="1307592"/>
            <a:ext cx="6058706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3-Master_Plan/re_entry/HEROs_and_PASSes/sports_sandbox/data_story/MBB_DATA_STORY_reigning_3x3.png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Flipbook: Act II 2.1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06 · MBB highlights (talk track doc)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Talk track for each panel — see following manifest panels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221992"/>
            <a:ext cx="114601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757575"/>
                </a:solidFill>
              </a:defRPr>
            </a:pPr>
            <a:r>
              <a:t>Open document: 3-Master_Plan/re_entry/HEROs_and_PASSes/sports_sandbox/data_story/MBB_DATA_STORY_plot_highlights.md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…/sports_sandbox/data_story/MBB_DATA_STORY_plot_highlights.md</a:t>
            </a:r>
          </a:p>
          <a:p>
            <a:pPr>
              <a:spcAft>
                <a:spcPts val="200"/>
              </a:spcAft>
              <a:defRPr sz="900" b="1">
                <a:solidFill>
                  <a:srgbClr val="757575"/>
                </a:solidFill>
              </a:defRPr>
            </a:pPr>
            <a:r>
              <a:t>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07 · MBB manifest · 2 · Â_i and T̂_j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From reigning 3×3 manifest</a:t>
            </a:r>
          </a:p>
        </p:txBody>
      </p:sp>
      <p:pic>
        <p:nvPicPr>
          <p:cNvPr id="3" name="Picture 2" descr="REIGNING_BDP_Ai_Tj_mg10_min20_09_21_ppm_last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551" y="1307592"/>
            <a:ext cx="7022592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3-Master_Plan/re_entry/HEROs_and_PASSes/sports_sandbox/reigning_hero/basic_data_plots/REIGNING_BDP_Ai_Tj_mg10_min20_09_21_ppm_lastps.png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08 · MBB manifest · 3 · poolq_LOO distribution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From reigning 3×3 manifest</a:t>
            </a:r>
          </a:p>
        </p:txBody>
      </p:sp>
      <p:pic>
        <p:nvPicPr>
          <p:cNvPr id="3" name="Picture 2" descr="REIGNING_BDP_poolq_loo_dist_mg10_min20_09_21_ppm_lastps_nowin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826" y="1307592"/>
            <a:ext cx="9916042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3-Master_Plan/re_entry/HEROs_and_PASSes/sports_sandbox/reigning_hero/basic_data_plots/REIGNING_BDP_poolq_loo_dist_mg10_min20_09_21_ppm_lastps_nowinsor.png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09 · MBB manifest · 4 · Draft mass vs Â (ECDF)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From reigning 3×3 manifest</a:t>
            </a:r>
          </a:p>
        </p:txBody>
      </p:sp>
      <p:pic>
        <p:nvPicPr>
          <p:cNvPr id="3" name="Picture 2" descr="BDP_Ai_draft_mass_ecdf_mg10_min20_09_21_allt_ppm_last_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930" y="1307592"/>
            <a:ext cx="7877834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3-Master_Plan/re_entry/HEROs_and_PASSes/sports_sandbox/reigning_hero/fhero/BDP_Ai_draft_mass_ecdf_mg10_min20_09_21_allt_ppm_last_ps.png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10 · MBB manifest · 5 · Team interval overlap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From reigning 3×3 manifest</a:t>
            </a:r>
          </a:p>
        </p:txBody>
      </p:sp>
      <p:pic>
        <p:nvPicPr>
          <p:cNvPr id="3" name="Picture 2" descr="REIGNING_team_interval_overlap_mg10_min20_09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881" y="1307592"/>
            <a:ext cx="6083933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3-Master_Plan/re_entry/HEROs_and_PASSes/sports_sandbox/reigning_hero/basic_data_plots/REIGNING_team_interval_overlap_mg10_min20_09_21.png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Flipbook: Act II 2.4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11 · MBB manifest · 6 · Team roster size |T_j|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From reigning 3×3 manifest</a:t>
            </a:r>
          </a:p>
        </p:txBody>
      </p:sp>
      <p:pic>
        <p:nvPicPr>
          <p:cNvPr id="3" name="Picture 2" descr="REIGNING_BDP_team_size_mg10_min20_09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943" y="1307592"/>
            <a:ext cx="4897807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3-Master_Plan/re_entry/HEROs_and_PASSes/sports_sandbox/reigning_hero/basic_data_plots/REIGNING_BDP_team_size_mg10_min20_09_21.png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12 · MBB manifest · 7 · CCT (Â z∈[2,3] · +DFT · LOO)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CCT window 2011–21 (not 09–21) — screening panel</a:t>
            </a:r>
          </a:p>
        </p:txBody>
      </p:sp>
      <p:pic>
        <p:nvPicPr>
          <p:cNvPr id="3" name="Picture 2" descr="CCT_draft_rate_ai_band_poolq_loo_min20_ppm_z2_3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076" y="1307592"/>
            <a:ext cx="8475542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3-Master_Plan/re_entry/HEROs_and_PASSes/basic_data_plots/CCT_draft_rate_ai_band_poolq_loo_min20_ppm_z2_3_dft.png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13 · MBB manifest · 8 · Elite pond (top 7% Â · LOO pw4p7)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Critical Keeper · LOO twin · top 7% Â · +DFT 11–21 (R3 all LOO-axis)</a:t>
            </a:r>
          </a:p>
        </p:txBody>
      </p:sp>
      <p:pic>
        <p:nvPicPr>
          <p:cNvPr id="3" name="Picture 2" descr="ELITE_pond_loo_pw4p7_dft_min20_mg10_top7_ppm_11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479" y="1307592"/>
            <a:ext cx="9282736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3-Master_Plan/re_entry/HEROs_and_PASSes/sports_sandbox/_DISPOSABLE_elite_pond_loo_twin/ELITE_pond_loo_pw4p7_dft_min20_mg10_top7_ppm_11_21.png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14 · MBB manifest · 9 · HERO (Pass A · ability | LOO)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From reigning 3×3 manifest</a:t>
            </a:r>
          </a:p>
        </p:txBody>
      </p:sp>
      <p:pic>
        <p:nvPicPr>
          <p:cNvPr id="3" name="Picture 2" descr="HERO_ew16_allt_min20_mg10_09_21_last_ps_perm_loo_ever_lastps_ew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076" y="1307592"/>
            <a:ext cx="8475542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3-Master_Plan/re_entry/HEROs_and_PASSes/sports_sandbox/hero/HERO_ew16_allt_min20_mg10_09_21_last_ps_perm_loo_ever_lastps_ew16.png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Flipbook: Act II 2.3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15 · Tenure 3×3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PD29 decision cohort porch</a:t>
            </a:r>
          </a:p>
        </p:txBody>
      </p:sp>
      <p:pic>
        <p:nvPicPr>
          <p:cNvPr id="3" name="Picture 2" descr="TENURE_DATA_STORY_pd29_3x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494" y="1307592"/>
            <a:ext cx="6058706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3-Master_Plan/re_entry/HEROs_and_PASSes/tenure_sandbox/data_story/TENURE_DATA_STORY_pd29_3x3.png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Flipbook: Act III 3.1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16 · Tenure highlights (talk track doc)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Panel 9 β₂ ≈ −0.017 concave — see following manifest panels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221992"/>
            <a:ext cx="114601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757575"/>
                </a:solidFill>
              </a:defRPr>
            </a:pPr>
            <a:r>
              <a:t>Open document: 3-Master_Plan/re_entry/HEROs_and_PASSes/tenure_sandbox/data_story/TENURE_DATA_STORY_plot_highlights.md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…/tenure_sandbox/data_story/TENURE_DATA_STORY_plot_highlights.md</a:t>
            </a:r>
          </a:p>
          <a:p>
            <a:pPr>
              <a:spcAft>
                <a:spcPts val="200"/>
              </a:spcAft>
              <a:defRPr sz="900" b="1">
                <a:solidFill>
                  <a:srgbClr val="757575"/>
                </a:solidFill>
              </a:defRPr>
            </a:pPr>
            <a:r>
              <a:t>TEXT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17 · Tenure manifest · 2 · Â_i and T̂_j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From reigning 3×3 manifest</a:t>
            </a:r>
          </a:p>
        </p:txBody>
      </p:sp>
      <p:pic>
        <p:nvPicPr>
          <p:cNvPr id="3" name="Picture 2" descr="TENURE_BDP_Ai_Tj_pd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16" y="1307592"/>
            <a:ext cx="9740061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3-Master_Plan/re_entry/HEROs_and_PASSes/tenure_sandbox/basic_data_plots/TENURE_BDP_Ai_Tj_pd29.png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18 · Tenure manifest · 3 · dept pond LOO distribution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From reigning 3×3 manifest</a:t>
            </a:r>
          </a:p>
        </p:txBody>
      </p:sp>
      <p:pic>
        <p:nvPicPr>
          <p:cNvPr id="3" name="Picture 2" descr="TENURE_dept_loo_career_rate_pd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136" y="1307592"/>
            <a:ext cx="9743422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3-Master_Plan/re_entry/HEROs_and_PASSes/tenure_sandbox/basic_data_plots/TENURE_dept_loo_career_rate_pd29.png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19 · Tenure manifest · 4 · Tenure mass vs Â (ECDF)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From reigning 3×3 manifest</a:t>
            </a:r>
          </a:p>
        </p:txBody>
      </p:sp>
      <p:pic>
        <p:nvPicPr>
          <p:cNvPr id="3" name="Picture 2" descr="TENURE_tenure_mass_ecdf_pd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281" y="1307592"/>
            <a:ext cx="7683132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3-Master_Plan/re_entry/HEROs_and_PASSes/tenure_sandbox/basic_data_plots/TENURE_tenure_mass_ecdf_pd29.png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20 · Tenure manifest · 5 · Dept interval overlap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From reigning 3×3 manifest</a:t>
            </a:r>
          </a:p>
        </p:txBody>
      </p:sp>
      <p:pic>
        <p:nvPicPr>
          <p:cNvPr id="3" name="Picture 2" descr="TENURE_dept_interval_overlap_pd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181" y="1307592"/>
            <a:ext cx="6065331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3-Master_Plan/re_entry/HEROs_and_PASSes/tenure_sandbox/basic_data_plots/TENURE_dept_interval_overlap_pd29.png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21 · Tenure manifest · 6 · Dept roster size |T_j|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From reigning 3×3 manifest</a:t>
            </a:r>
          </a:p>
        </p:txBody>
      </p:sp>
      <p:pic>
        <p:nvPicPr>
          <p:cNvPr id="3" name="Picture 2" descr="TENURE_pool_size_decision_pd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697" y="1307592"/>
            <a:ext cx="7562300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3-Master_Plan/re_entry/HEROs_and_PASSes/tenure_sandbox/basic_data_plots/TENURE_pool_size_decision_pd29.png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22 · Tenure manifest · 7 · CCT — fixed Â z∈[1,2] · Q8 LOO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Scaled from MBB z∈[2,3] · n≈33 band · CCT probe</a:t>
            </a:r>
          </a:p>
        </p:txBody>
      </p:sp>
      <p:pic>
        <p:nvPicPr>
          <p:cNvPr id="3" name="Picture 2" descr="CCT_tenure_rate_ai_band_dept_loo_pd29_z1_2_q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076" y="1307592"/>
            <a:ext cx="8475542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3-Master_Plan/re_entry/HEROs_and_PASSes/tenure_sandbox/act2/CCT_tenure_rate_ai_band_dept_loo_pd29_z1_2_q8.png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23 · Tenure manifest · 8 · Elite pond — top 20% Â · PW 3+5 LOO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Scaled from MBB top 7% · n≈56 band · elite tail probe</a:t>
            </a:r>
          </a:p>
        </p:txBody>
      </p:sp>
      <p:pic>
        <p:nvPicPr>
          <p:cNvPr id="3" name="Picture 2" descr="ELITE_pond_loo_pw3p5_pd29_top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479" y="1307592"/>
            <a:ext cx="9282736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3-Master_Plan/re_entry/HEROs_and_PASSes/tenure_sandbox/act2/ELITE_pond_loo_pw3p5_pd29_top20.png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24 · Tenure manifest · 9 · HERO (Pass A · dept LOO)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From reigning 3×3 manifest</a:t>
            </a:r>
          </a:p>
        </p:txBody>
      </p:sp>
      <p:pic>
        <p:nvPicPr>
          <p:cNvPr id="3" name="Picture 2" descr="HERO_tenure_q16_decision_dept_loo_infHM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610" y="1307592"/>
            <a:ext cx="6994473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3-Master_Plan/re_entry/HEROs_and_PASSes/tenure_sandbox/hero/HERO_tenure_q16_decision_dept_loo_infHM_slide.png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Flipbook: Act III 3.1b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25 · Tenure perf p1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Career rate · cum pubs · annum pubs</a:t>
            </a:r>
          </a:p>
        </p:txBody>
      </p:sp>
      <p:pic>
        <p:nvPicPr>
          <p:cNvPr id="3" name="Picture 2" descr="TENURE_PERF_METRIC_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998" y="1307592"/>
            <a:ext cx="3617698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…/tenure_sandbox/data_story/TENURE_PERF_METRIC_STORY.png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Flipbook: Act III 3.2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26 · Tenure perf p2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10-bin sensitivity</a:t>
            </a:r>
          </a:p>
        </p:txBody>
      </p:sp>
      <p:pic>
        <p:nvPicPr>
          <p:cNvPr id="3" name="Picture 2" descr="TENURE_PERF_METRIC_STORY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998" y="1307592"/>
            <a:ext cx="3617698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…/tenure_sandbox/data_story/TENURE_PERF_METRIC_STORY_p2.png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Flipbook: Act III 3.2b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27 · Model one-slide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Assign → score → select; unified S_i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221992"/>
            <a:ext cx="114601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1565C0"/>
                </a:solidFill>
              </a:defRPr>
            </a:pPr>
            <a:r>
              <a:t>PDF not embedded — open: 3-Master_Plan/re_entry/Model.pdf  |  Or: Model.pptx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3-Master_Plan/re_entry/Model.pptx · Model.pdf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Open Model.pptx for the actual slide · Flipbook: Act IV 4.1</a:t>
            </a:r>
          </a:p>
          <a:p>
            <a:pPr>
              <a:spcAft>
                <a:spcPts val="200"/>
              </a:spcAft>
              <a:defRPr sz="900" b="1">
                <a:solidFill>
                  <a:srgbClr val="1565C0"/>
                </a:solidFill>
              </a:defRPr>
            </a:pPr>
            <a:r>
              <a:t>PDF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28 · Pass A sim (λ knockout) (G2)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Talent-only vs congestion-in-score; doc 04 = Pass A</a:t>
            </a:r>
          </a:p>
        </p:txBody>
      </p:sp>
      <p:pic>
        <p:nvPicPr>
          <p:cNvPr id="3" name="Picture 2" descr="PASS_B_generative_lambda_knockout_side_by_s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07592"/>
            <a:ext cx="11460175" cy="44531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…/pass_b/PASS_B_generative_lambda_knockout_side_by_side.png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Flipbook: Act IV 4.2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29 · Pass A empirical pair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Â monotone vs poolq LOO hero — not the sim slide</a:t>
            </a:r>
          </a:p>
        </p:txBody>
      </p:sp>
      <p:pic>
        <p:nvPicPr>
          <p:cNvPr id="3" name="Picture 2" descr="PASS_A_empirical_talent_vs_roster_side_by_side_16quantile_winsor0199_min20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07592"/>
            <a:ext cx="11460175" cy="44645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…/pass_a/PASS_A_empirical_talent_vs_roster_side_by_side_16quantile_winsor0199_min20_q16.png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30 · Football usage twin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T̂_j flat vs LOO steep — why LOO</a:t>
            </a:r>
          </a:p>
        </p:txBody>
      </p:sp>
      <p:pic>
        <p:nvPicPr>
          <p:cNvPr id="3" name="Picture 2" descr="FOOTBALL_usage_Tj_q16_ew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07592"/>
            <a:ext cx="11460175" cy="42821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…/football_sandbox/perf_story/FOOTBALL_usage_Tj_q16_ew16.png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Flipbook: Act V 5.1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31 · Football usage LOO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Perf story row 5</a:t>
            </a:r>
          </a:p>
        </p:txBody>
      </p:sp>
      <p:pic>
        <p:nvPicPr>
          <p:cNvPr id="3" name="Picture 2" descr="HERO_football_perf_q16_loo_z_diy_usage_overall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394" y="1307592"/>
            <a:ext cx="7530906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…/football_sandbox/perf_story/panels/HERO_football_perf_q16_loo_z_diy_usage_overall_slide.png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Flipbook: Act V 5.1b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32 · Football PPA LOO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Perf story row 4 — talent-peer contrast</a:t>
            </a:r>
          </a:p>
        </p:txBody>
      </p:sp>
      <p:pic>
        <p:nvPicPr>
          <p:cNvPr id="3" name="Picture 2" descr="HERO_football_perf_q16_loo_z_diy_ppa_total_all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394" y="1307592"/>
            <a:ext cx="7530906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…/football_sandbox/perf_story/panels/HERO_football_perf_q16_loo_z_diy_ppa_total_all_slide.png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Flipbook: Act V 5.2b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33 · Football perf deck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Six-metric screen (Act V optional)</a:t>
            </a:r>
          </a:p>
        </p:txBody>
      </p:sp>
      <p:pic>
        <p:nvPicPr>
          <p:cNvPr id="3" name="Picture 2" descr="FOOTBALL_PERF_METRIC_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998" y="1307592"/>
            <a:ext cx="3617698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…/football_sandbox/data_story/FOOTBALL_PERF_METRIC_STORY.png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Flipbook: Act V 5.2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34 · Binding doc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Score ≠ select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221992"/>
            <a:ext cx="114601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757575"/>
                </a:solidFill>
              </a:defRPr>
            </a:pPr>
            <a:r>
              <a:t>Open document: 3-Master_Plan/BINDING_Selection_is_its_own_step.md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3-Master_Plan/BINDING_Selection_is_its_own_step.md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Flipbook: Act 0 0.2, Act IV 4.3</a:t>
            </a:r>
          </a:p>
          <a:p>
            <a:pPr>
              <a:spcAft>
                <a:spcPts val="200"/>
              </a:spcAft>
              <a:defRPr sz="900" b="1">
                <a:solidFill>
                  <a:srgbClr val="757575"/>
                </a:solidFill>
              </a:defRPr>
            </a:pPr>
            <a:r>
              <a:t>TEXT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35 · Flipbook Act III 3.3 · Three-leg composite?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Army G1 + MBB + tenure heroes</a:t>
            </a:r>
          </a:p>
        </p:txBody>
      </p:sp>
      <p:pic>
        <p:nvPicPr>
          <p:cNvPr id="3" name="Picture 2" descr="THREE_LEG_HERO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07592"/>
            <a:ext cx="11460175" cy="26092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3-Master_Plan/re_entry/HEROs_and_PASSes/composites/THREE_LEG_HERO_composite.png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Auto-added — flipbook slide(s): Act III 3.3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36 · Flipbook Act II 2.2 · Talent alone? (naïve)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Draft rate vs own ability ventiles</a:t>
            </a:r>
          </a:p>
        </p:txBody>
      </p:sp>
      <p:pic>
        <p:nvPicPr>
          <p:cNvPr id="3" name="Picture 2" descr="PASS_A_naive_ability_q16_allt_min20_mg10_9_21_last_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59" y="1307592"/>
            <a:ext cx="11412375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3-Master_Plan/re_entry/HEROs_and_PASSes/pass_a/PASS_A_naive_ability_q16_allt_min20_mg10_9_21_last_ps.png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Auto-added — flipbook slide(s): Act II 2.2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37 · Flipbook Act IV 4.2b · Empirical talent vs LOO pair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Pass A empirical (MBB)</a:t>
            </a:r>
          </a:p>
        </p:txBody>
      </p:sp>
      <p:pic>
        <p:nvPicPr>
          <p:cNvPr id="3" name="Picture 2" descr="PASS_A_side_by_side_q16_allt_min20_mg10_9_21_last_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07592"/>
            <a:ext cx="11460175" cy="40927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3-Master_Plan/re_entry/HEROs_and_PASSes/pass_a/PASS_A_side_by_side_q16_allt_min20_mg10_9_21_last_ps.png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Auto-added — flipbook slide(s): Act IV 4.2b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0"/>
            <a:ext cx="1146017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3200" b="1">
                <a:solidFill>
                  <a:srgbClr val="333333"/>
                </a:solidFill>
              </a:defRPr>
            </a:pPr>
            <a:r>
              <a:t>— Extended (germane, not in flipbook talk) —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X01 · Army sandbox · ARMY_G1_pool_minus_mean_fwd_CR_curves.png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Optional Army export — extended inventory</a:t>
            </a:r>
          </a:p>
        </p:txBody>
      </p:sp>
      <p:pic>
        <p:nvPicPr>
          <p:cNvPr id="3" name="Picture 2" descr="ARMY_G1_pool_minus_mean_fwd_C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406" y="1307592"/>
            <a:ext cx="3894882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3-Master_Plan/re_entry/HEROs_and_PASSes/army_sandbox/ARMY_G1_pool_minus_mean_fwd_CR_curves.png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Run extract_army_figures_from_520_notebook.py --extras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X02 · Army sandbox · ARMY_combined_effect_pool_minus_mean_stdz.png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Optional Army export — extended inventory</a:t>
            </a:r>
          </a:p>
        </p:txBody>
      </p:sp>
      <p:pic>
        <p:nvPicPr>
          <p:cNvPr id="3" name="Picture 2" descr="ARMY_combined_effect_pool_minus_mean_std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034" y="1307592"/>
            <a:ext cx="7027626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3-Master_Plan/re_entry/HEROs_and_PASSes/army_sandbox/ARMY_combined_effect_pool_minus_mean_stdz.png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Run extract_army_figures_from_520_notebook.py --extras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X03 · Army sandbox · ARMY_cox_competing_risks_analysis_stdz.png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Optional Army export — extended inventory</a:t>
            </a:r>
          </a:p>
        </p:txBody>
      </p:sp>
      <p:pic>
        <p:nvPicPr>
          <p:cNvPr id="3" name="Picture 2" descr="ARMY_cox_competing_risks_analysis_std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07592"/>
            <a:ext cx="11460175" cy="42686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3-Master_Plan/re_entry/HEROs_and_PASSes/army_sandbox/ARMY_cox_competing_risks_analysis_stdz.png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Run extract_army_figures_from_520_notebook.py --extras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X04 · Army sandbox · ARMY_cox_model_comparison_stdz.png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Optional Army export — extended inventory</a:t>
            </a:r>
          </a:p>
        </p:txBody>
      </p:sp>
      <p:pic>
        <p:nvPicPr>
          <p:cNvPr id="3" name="Picture 2" descr="ARMY_cox_model_comparison_std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476" y="1307592"/>
            <a:ext cx="6256741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3-Master_Plan/re_entry/HEROs_and_PASSes/army_sandbox/ARMY_cox_model_comparison_stdz.png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Run extract_army_figures_from_520_notebook.py --extras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X05 · Army sandbox · ARMY_own_tb_ratio_fwd_CR_curves.png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Optional Army export — extended inventory</a:t>
            </a:r>
          </a:p>
        </p:txBody>
      </p:sp>
      <p:pic>
        <p:nvPicPr>
          <p:cNvPr id="3" name="Picture 2" descr="ARMY_own_tb_ratio_fwd_C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406" y="1307592"/>
            <a:ext cx="3894882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3-Master_Plan/re_entry/HEROs_and_PASSes/army_sandbox/ARMY_own_tb_ratio_fwd_CR_curves.png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Run extract_army_figures_from_520_notebook.py --extras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X06 · Army sandbox · ARMY_star_pool_interaction_cif_b8.png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Optional Army export — extended inventory</a:t>
            </a:r>
          </a:p>
        </p:txBody>
      </p:sp>
      <p:pic>
        <p:nvPicPr>
          <p:cNvPr id="3" name="Picture 2" descr="ARMY_star_pool_interaction_cif_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691" y="1307592"/>
            <a:ext cx="7326311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3-Master_Plan/re_entry/HEROs_and_PASSes/army_sandbox/ARMY_star_pool_interaction_cif_b8.png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Run extract_army_figures_from_520_notebook.py --extras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X07 · Army sandbox · ARMY_tb_by_division_cif_b1.png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Figure inventory  ·  Optional Army export — extended inventory</a:t>
            </a:r>
          </a:p>
        </p:txBody>
      </p:sp>
      <p:pic>
        <p:nvPicPr>
          <p:cNvPr id="3" name="Picture 2" descr="ARMY_tb_by_division_cif_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691" y="1307592"/>
            <a:ext cx="7326311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3-Master_Plan/re_entry/HEROs_and_PASSes/army_sandbox/ARMY_tb_by_division_cif_b1.png</a:t>
            </a:r>
          </a:p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Run extract_army_figures_from_520_notebook.py --extras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0"/>
            <a:ext cx="1146017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3200" b="1">
                <a:solidFill>
                  <a:srgbClr val="333333"/>
                </a:solidFill>
              </a:defRPr>
            </a:pPr>
            <a:r>
              <a:t>— Big Fish backup (PD30) —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— · Big Fish · Football 3×3 (backup)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Backup  ·  PD30 back burner — not a fourth anchor leg</a:t>
            </a:r>
          </a:p>
        </p:txBody>
      </p:sp>
      <p:pic>
        <p:nvPicPr>
          <p:cNvPr id="3" name="Picture 2" descr="FOOTBALL_DATA_STORY_3x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494" y="1307592"/>
            <a:ext cx="6058706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…/football_sandbox/data_story/FOOTBALL_DATA_STORY_3x3.png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2000" b="1"/>
            </a:pPr>
            <a:r>
              <a:t>— · Big Fish · Legends 3×3 (backup)</a:t>
            </a:r>
          </a:p>
          <a:p>
            <a:pPr>
              <a:spcAft>
                <a:spcPts val="200"/>
              </a:spcAft>
              <a:defRPr sz="1100" b="0">
                <a:solidFill>
                  <a:srgbClr val="444444"/>
                </a:solidFill>
              </a:defRPr>
            </a:pPr>
            <a:r>
              <a:t>Backup  ·  PD30 back burner — weak porch</a:t>
            </a:r>
          </a:p>
        </p:txBody>
      </p:sp>
      <p:pic>
        <p:nvPicPr>
          <p:cNvPr id="3" name="Picture 2" descr="LEGENDS_DATA_STORY_3x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494" y="1307592"/>
            <a:ext cx="6058706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66666"/>
                </a:solidFill>
              </a:defRPr>
            </a:pPr>
            <a:r>
              <a:t>…/legends_sandbox/data_story/LEGENDS_DATA_STORY_3x3.png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</a:defRPr>
            </a:pPr>
            <a:r>
              <a:t>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