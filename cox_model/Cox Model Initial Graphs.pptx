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0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5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4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7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3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8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6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8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3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20CA3-73A0-4EBB-B151-E63D33F988A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76366-DA73-4D63-B556-3DDF9E241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3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79E4A-14C3-799F-DC45-3F971BA1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81" b="-1916"/>
          <a:stretch>
            <a:fillRect/>
          </a:stretch>
        </p:blipFill>
        <p:spPr>
          <a:xfrm>
            <a:off x="0" y="603504"/>
            <a:ext cx="9144000" cy="3102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80516-8401-0CA6-17DB-90F51F4D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8443"/>
            <a:ext cx="9144000" cy="3102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928A6-D5BE-63F9-0450-FB732C5B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7" b="84689"/>
          <a:stretch>
            <a:fillRect/>
          </a:stretch>
        </p:blipFill>
        <p:spPr>
          <a:xfrm>
            <a:off x="0" y="79248"/>
            <a:ext cx="9144000" cy="52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3A92-6582-F32A-0D19-3B1003DD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292DAF-F06D-FB87-6468-7A2285C85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974" y="3603277"/>
            <a:ext cx="4646051" cy="3036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62FE7-F74E-4697-688D-914F01722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549"/>
            <a:ext cx="9144000" cy="32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6F5C-2D8E-433A-5BAE-A914583D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4CA5FD-C759-B86D-E811-962E52806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618" y="3981984"/>
            <a:ext cx="7886700" cy="287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0BA6F6-7DA9-EEE2-4F21-FB178BBE0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32"/>
          <a:stretch>
            <a:fillRect/>
          </a:stretch>
        </p:blipFill>
        <p:spPr>
          <a:xfrm>
            <a:off x="0" y="0"/>
            <a:ext cx="9144000" cy="39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7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Roger (dzk3ja)</dc:creator>
  <cp:lastModifiedBy>Levine, Charles Roger (dzk3ja)</cp:lastModifiedBy>
  <cp:revision>1</cp:revision>
  <cp:lastPrinted>2025-08-29T18:15:12Z</cp:lastPrinted>
  <dcterms:created xsi:type="dcterms:W3CDTF">2025-08-29T18:01:33Z</dcterms:created>
  <dcterms:modified xsi:type="dcterms:W3CDTF">2025-08-29T18:16:16Z</dcterms:modified>
</cp:coreProperties>
</file>