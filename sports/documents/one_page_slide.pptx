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Nonlinear Peer Effects in Advancement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Model</a:t>
            </a:r>
          </a:p>
          <a:p>
            <a:r>
              <a:t>Y_i = β1 Perf_i + β2 PoolQ + β3 PoolQ^2 + controls</a:t>
            </a:r>
          </a:p>
          <a:p>
            <a:r>
              <a:t>Key Test: β3 &lt; 0 (inverted-U)</a:t>
            </a:r>
          </a:p>
          <a:p>
            <a:pPr lvl="1"/>
            <a:r>
              <a:t>Mechanism:</a:t>
            </a:r>
          </a:p>
          <a:p>
            <a:pPr lvl="2"/>
            <a:r>
              <a:t>• Signal effect (↑ peer quality → ↑ credibility)</a:t>
            </a:r>
          </a:p>
          <a:p>
            <a:pPr lvl="2"/>
            <a:r>
              <a:t>• Congestion effect (↑ peer quality → ↓ differentiation)</a:t>
            </a:r>
          </a:p>
          <a:p>
            <a:pPr lvl="1"/>
            <a:r>
              <a:t>Interpretation:</a:t>
            </a:r>
          </a:p>
          <a:p>
            <a:pPr lvl="2"/>
            <a:r>
              <a:t>Low pool → weak signal</a:t>
            </a:r>
          </a:p>
          <a:p>
            <a:pPr lvl="2"/>
            <a:r>
              <a:t>Mid pool → optimal advancement</a:t>
            </a:r>
          </a:p>
          <a:p>
            <a:pPr lvl="2"/>
            <a:r>
              <a:t>High pool → congestion dominates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